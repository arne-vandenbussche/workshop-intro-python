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543" r:id="rId5"/>
    <p:sldId id="573" r:id="rId6"/>
    <p:sldId id="574" r:id="rId7"/>
    <p:sldId id="577" r:id="rId8"/>
    <p:sldId id="565" r:id="rId9"/>
    <p:sldId id="547" r:id="rId10"/>
    <p:sldId id="544" r:id="rId11"/>
    <p:sldId id="545" r:id="rId12"/>
    <p:sldId id="566" r:id="rId13"/>
    <p:sldId id="548" r:id="rId14"/>
    <p:sldId id="567" r:id="rId15"/>
    <p:sldId id="564" r:id="rId16"/>
    <p:sldId id="568" r:id="rId17"/>
    <p:sldId id="563" r:id="rId18"/>
    <p:sldId id="572" r:id="rId19"/>
    <p:sldId id="578" r:id="rId20"/>
    <p:sldId id="579" r:id="rId21"/>
    <p:sldId id="569" r:id="rId22"/>
    <p:sldId id="580" r:id="rId23"/>
    <p:sldId id="581" r:id="rId24"/>
    <p:sldId id="582" r:id="rId25"/>
  </p:sldIdLst>
  <p:sldSz cx="12192000" cy="6858000"/>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rien Deleu" initials="KD" lastIdx="32" clrIdx="0">
    <p:extLst>
      <p:ext uri="{19B8F6BF-5375-455C-9EA6-DF929625EA0E}">
        <p15:presenceInfo xmlns:p15="http://schemas.microsoft.com/office/powerpoint/2012/main" userId="S::u0007778@vives.be::ddec04ab-31f9-490f-945a-79c6b31ad5a1" providerId="AD"/>
      </p:ext>
    </p:extLst>
  </p:cmAuthor>
  <p:cmAuthor id="2" name="Joachim Nielandt" initials="JN" lastIdx="23" clrIdx="1">
    <p:extLst>
      <p:ext uri="{19B8F6BF-5375-455C-9EA6-DF929625EA0E}">
        <p15:presenceInfo xmlns:p15="http://schemas.microsoft.com/office/powerpoint/2012/main" userId="Joachim Nieland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0000"/>
    <a:srgbClr val="F86868"/>
    <a:srgbClr val="00FF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DE203-7092-5C4E-886D-6DEAACF8451A}" v="39" dt="2025-11-15T14:50:07.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2" autoAdjust="0"/>
    <p:restoredTop sz="75510" autoAdjust="0"/>
  </p:normalViewPr>
  <p:slideViewPr>
    <p:cSldViewPr snapToGrid="0">
      <p:cViewPr varScale="1">
        <p:scale>
          <a:sx n="77" d="100"/>
          <a:sy n="77" d="100"/>
        </p:scale>
        <p:origin x="616"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e Vandenbussche" userId="db0cf365-58fd-4ac1-8dcb-784ece5a6732" providerId="ADAL" clId="{6C230BFD-A071-5E71-9869-EEA2F8444314}"/>
    <pc:docChg chg="undo custSel addSld delSld modSld">
      <pc:chgData name="Arne Vandenbussche" userId="db0cf365-58fd-4ac1-8dcb-784ece5a6732" providerId="ADAL" clId="{6C230BFD-A071-5E71-9869-EEA2F8444314}" dt="2025-11-15T14:50:07.352" v="3129"/>
      <pc:docMkLst>
        <pc:docMk/>
      </pc:docMkLst>
      <pc:sldChg chg="modSp mod">
        <pc:chgData name="Arne Vandenbussche" userId="db0cf365-58fd-4ac1-8dcb-784ece5a6732" providerId="ADAL" clId="{6C230BFD-A071-5E71-9869-EEA2F8444314}" dt="2025-11-15T13:11:28.911" v="31" actId="20577"/>
        <pc:sldMkLst>
          <pc:docMk/>
          <pc:sldMk cId="2116909932" sldId="543"/>
        </pc:sldMkLst>
        <pc:spChg chg="mod">
          <ac:chgData name="Arne Vandenbussche" userId="db0cf365-58fd-4ac1-8dcb-784ece5a6732" providerId="ADAL" clId="{6C230BFD-A071-5E71-9869-EEA2F8444314}" dt="2025-11-15T13:11:28.911" v="31" actId="20577"/>
          <ac:spMkLst>
            <pc:docMk/>
            <pc:sldMk cId="2116909932" sldId="543"/>
            <ac:spMk id="2" creationId="{00000000-0000-0000-0000-000000000000}"/>
          </ac:spMkLst>
        </pc:spChg>
      </pc:sldChg>
      <pc:sldChg chg="modSp mod">
        <pc:chgData name="Arne Vandenbussche" userId="db0cf365-58fd-4ac1-8dcb-784ece5a6732" providerId="ADAL" clId="{6C230BFD-A071-5E71-9869-EEA2F8444314}" dt="2025-11-15T13:38:46.935" v="802" actId="20577"/>
        <pc:sldMkLst>
          <pc:docMk/>
          <pc:sldMk cId="3718105990" sldId="545"/>
        </pc:sldMkLst>
        <pc:spChg chg="mod">
          <ac:chgData name="Arne Vandenbussche" userId="db0cf365-58fd-4ac1-8dcb-784ece5a6732" providerId="ADAL" clId="{6C230BFD-A071-5E71-9869-EEA2F8444314}" dt="2025-11-15T13:38:46.935" v="802" actId="20577"/>
          <ac:spMkLst>
            <pc:docMk/>
            <pc:sldMk cId="3718105990" sldId="545"/>
            <ac:spMk id="3" creationId="{B6603150-6BA4-405A-96D1-4E7DEABF34C1}"/>
          </ac:spMkLst>
        </pc:spChg>
      </pc:sldChg>
      <pc:sldChg chg="modSp mod">
        <pc:chgData name="Arne Vandenbussche" userId="db0cf365-58fd-4ac1-8dcb-784ece5a6732" providerId="ADAL" clId="{6C230BFD-A071-5E71-9869-EEA2F8444314}" dt="2025-11-15T13:38:32.312" v="771" actId="20577"/>
        <pc:sldMkLst>
          <pc:docMk/>
          <pc:sldMk cId="24129029" sldId="547"/>
        </pc:sldMkLst>
        <pc:spChg chg="mod">
          <ac:chgData name="Arne Vandenbussche" userId="db0cf365-58fd-4ac1-8dcb-784ece5a6732" providerId="ADAL" clId="{6C230BFD-A071-5E71-9869-EEA2F8444314}" dt="2025-11-15T13:38:32.312" v="771" actId="20577"/>
          <ac:spMkLst>
            <pc:docMk/>
            <pc:sldMk cId="24129029" sldId="547"/>
            <ac:spMk id="2" creationId="{84BB0975-D118-4054-B419-93AC0D4E2854}"/>
          </ac:spMkLst>
        </pc:spChg>
        <pc:spChg chg="mod">
          <ac:chgData name="Arne Vandenbussche" userId="db0cf365-58fd-4ac1-8dcb-784ece5a6732" providerId="ADAL" clId="{6C230BFD-A071-5E71-9869-EEA2F8444314}" dt="2025-11-15T13:36:47.966" v="442" actId="20577"/>
          <ac:spMkLst>
            <pc:docMk/>
            <pc:sldMk cId="24129029" sldId="547"/>
            <ac:spMk id="3" creationId="{A4155CF5-0EED-457E-9276-E7B0E511F6CA}"/>
          </ac:spMkLst>
        </pc:spChg>
        <pc:picChg chg="mod">
          <ac:chgData name="Arne Vandenbussche" userId="db0cf365-58fd-4ac1-8dcb-784ece5a6732" providerId="ADAL" clId="{6C230BFD-A071-5E71-9869-EEA2F8444314}" dt="2025-11-15T13:38:25.902" v="766" actId="1076"/>
          <ac:picMkLst>
            <pc:docMk/>
            <pc:sldMk cId="24129029" sldId="547"/>
            <ac:picMk id="6" creationId="{0BF5DFF5-5EF2-48FD-BFE1-BF86BB4FB817}"/>
          </ac:picMkLst>
        </pc:picChg>
      </pc:sldChg>
      <pc:sldChg chg="modSp mod">
        <pc:chgData name="Arne Vandenbussche" userId="db0cf365-58fd-4ac1-8dcb-784ece5a6732" providerId="ADAL" clId="{6C230BFD-A071-5E71-9869-EEA2F8444314}" dt="2025-11-15T13:39:53.802" v="908" actId="255"/>
        <pc:sldMkLst>
          <pc:docMk/>
          <pc:sldMk cId="3736988882" sldId="548"/>
        </pc:sldMkLst>
        <pc:spChg chg="mod">
          <ac:chgData name="Arne Vandenbussche" userId="db0cf365-58fd-4ac1-8dcb-784ece5a6732" providerId="ADAL" clId="{6C230BFD-A071-5E71-9869-EEA2F8444314}" dt="2025-11-15T13:39:53.802" v="908" actId="255"/>
          <ac:spMkLst>
            <pc:docMk/>
            <pc:sldMk cId="3736988882" sldId="548"/>
            <ac:spMk id="2" creationId="{3AB8E105-FA59-4F25-B811-5D83410634DC}"/>
          </ac:spMkLst>
        </pc:spChg>
      </pc:sldChg>
      <pc:sldChg chg="del">
        <pc:chgData name="Arne Vandenbussche" userId="db0cf365-58fd-4ac1-8dcb-784ece5a6732" providerId="ADAL" clId="{6C230BFD-A071-5E71-9869-EEA2F8444314}" dt="2025-11-15T13:31:21.701" v="277" actId="2696"/>
        <pc:sldMkLst>
          <pc:docMk/>
          <pc:sldMk cId="2005450282" sldId="554"/>
        </pc:sldMkLst>
      </pc:sldChg>
      <pc:sldChg chg="addSp delSp modSp mod">
        <pc:chgData name="Arne Vandenbussche" userId="db0cf365-58fd-4ac1-8dcb-784ece5a6732" providerId="ADAL" clId="{6C230BFD-A071-5E71-9869-EEA2F8444314}" dt="2025-11-15T13:54:23.439" v="1156" actId="20577"/>
        <pc:sldMkLst>
          <pc:docMk/>
          <pc:sldMk cId="2556076986" sldId="563"/>
        </pc:sldMkLst>
        <pc:graphicFrameChg chg="modGraphic">
          <ac:chgData name="Arne Vandenbussche" userId="db0cf365-58fd-4ac1-8dcb-784ece5a6732" providerId="ADAL" clId="{6C230BFD-A071-5E71-9869-EEA2F8444314}" dt="2025-11-15T13:54:23.439" v="1156" actId="20577"/>
          <ac:graphicFrameMkLst>
            <pc:docMk/>
            <pc:sldMk cId="2556076986" sldId="563"/>
            <ac:graphicFrameMk id="13" creationId="{1E0E3E1D-40A7-455A-9E96-BA5E847A61D2}"/>
          </ac:graphicFrameMkLst>
        </pc:graphicFrameChg>
        <pc:picChg chg="add mod">
          <ac:chgData name="Arne Vandenbussche" userId="db0cf365-58fd-4ac1-8dcb-784ece5a6732" providerId="ADAL" clId="{6C230BFD-A071-5E71-9869-EEA2F8444314}" dt="2025-11-15T13:51:13.470" v="986" actId="1076"/>
          <ac:picMkLst>
            <pc:docMk/>
            <pc:sldMk cId="2556076986" sldId="563"/>
            <ac:picMk id="2" creationId="{732B58D0-6684-643C-75E8-AD7387470FFA}"/>
          </ac:picMkLst>
        </pc:picChg>
        <pc:picChg chg="del mod">
          <ac:chgData name="Arne Vandenbussche" userId="db0cf365-58fd-4ac1-8dcb-784ece5a6732" providerId="ADAL" clId="{6C230BFD-A071-5E71-9869-EEA2F8444314}" dt="2025-11-15T13:50:40.865" v="975" actId="478"/>
          <ac:picMkLst>
            <pc:docMk/>
            <pc:sldMk cId="2556076986" sldId="563"/>
            <ac:picMk id="8" creationId="{6DD397C7-7539-4EBF-AA51-1B83AB72C17E}"/>
          </ac:picMkLst>
        </pc:picChg>
        <pc:picChg chg="mod">
          <ac:chgData name="Arne Vandenbussche" userId="db0cf365-58fd-4ac1-8dcb-784ece5a6732" providerId="ADAL" clId="{6C230BFD-A071-5E71-9869-EEA2F8444314}" dt="2025-11-15T13:50:38" v="974" actId="1076"/>
          <ac:picMkLst>
            <pc:docMk/>
            <pc:sldMk cId="2556076986" sldId="563"/>
            <ac:picMk id="15" creationId="{9ABE8B18-A582-4020-8609-C296E839D97B}"/>
          </ac:picMkLst>
        </pc:picChg>
      </pc:sldChg>
      <pc:sldChg chg="modSp mod">
        <pc:chgData name="Arne Vandenbussche" userId="db0cf365-58fd-4ac1-8dcb-784ece5a6732" providerId="ADAL" clId="{6C230BFD-A071-5E71-9869-EEA2F8444314}" dt="2025-11-15T13:40:19.685" v="945" actId="20577"/>
        <pc:sldMkLst>
          <pc:docMk/>
          <pc:sldMk cId="3790067268" sldId="564"/>
        </pc:sldMkLst>
        <pc:spChg chg="mod">
          <ac:chgData name="Arne Vandenbussche" userId="db0cf365-58fd-4ac1-8dcb-784ece5a6732" providerId="ADAL" clId="{6C230BFD-A071-5E71-9869-EEA2F8444314}" dt="2025-11-15T13:40:19.685" v="945" actId="20577"/>
          <ac:spMkLst>
            <pc:docMk/>
            <pc:sldMk cId="3790067268" sldId="564"/>
            <ac:spMk id="3" creationId="{7AEEFFBC-BC24-402C-9A5C-FE5F8FCEF18A}"/>
          </ac:spMkLst>
        </pc:spChg>
      </pc:sldChg>
      <pc:sldChg chg="addSp delSp modSp mod">
        <pc:chgData name="Arne Vandenbussche" userId="db0cf365-58fd-4ac1-8dcb-784ece5a6732" providerId="ADAL" clId="{6C230BFD-A071-5E71-9869-EEA2F8444314}" dt="2025-11-15T13:36:35.200" v="420" actId="1076"/>
        <pc:sldMkLst>
          <pc:docMk/>
          <pc:sldMk cId="4152587037" sldId="565"/>
        </pc:sldMkLst>
        <pc:spChg chg="del mod">
          <ac:chgData name="Arne Vandenbussche" userId="db0cf365-58fd-4ac1-8dcb-784ece5a6732" providerId="ADAL" clId="{6C230BFD-A071-5E71-9869-EEA2F8444314}" dt="2025-11-15T13:32:20.986" v="324" actId="478"/>
          <ac:spMkLst>
            <pc:docMk/>
            <pc:sldMk cId="4152587037" sldId="565"/>
            <ac:spMk id="2" creationId="{B4FFA666-1EC6-6C59-13D8-CAFAACD01066}"/>
          </ac:spMkLst>
        </pc:spChg>
        <pc:spChg chg="mod">
          <ac:chgData name="Arne Vandenbussche" userId="db0cf365-58fd-4ac1-8dcb-784ece5a6732" providerId="ADAL" clId="{6C230BFD-A071-5E71-9869-EEA2F8444314}" dt="2025-11-15T13:32:05.925" v="320" actId="20577"/>
          <ac:spMkLst>
            <pc:docMk/>
            <pc:sldMk cId="4152587037" sldId="565"/>
            <ac:spMk id="3" creationId="{3716AB16-4505-DB6C-062E-8E1E47239962}"/>
          </ac:spMkLst>
        </pc:spChg>
        <pc:picChg chg="mod">
          <ac:chgData name="Arne Vandenbussche" userId="db0cf365-58fd-4ac1-8dcb-784ece5a6732" providerId="ADAL" clId="{6C230BFD-A071-5E71-9869-EEA2F8444314}" dt="2025-11-15T13:32:18.871" v="323" actId="1076"/>
          <ac:picMkLst>
            <pc:docMk/>
            <pc:sldMk cId="4152587037" sldId="565"/>
            <ac:picMk id="5" creationId="{98842AE4-A511-3909-9A85-392213504007}"/>
          </ac:picMkLst>
        </pc:picChg>
        <pc:picChg chg="add mod">
          <ac:chgData name="Arne Vandenbussche" userId="db0cf365-58fd-4ac1-8dcb-784ece5a6732" providerId="ADAL" clId="{6C230BFD-A071-5E71-9869-EEA2F8444314}" dt="2025-11-15T13:33:42.688" v="404" actId="1076"/>
          <ac:picMkLst>
            <pc:docMk/>
            <pc:sldMk cId="4152587037" sldId="565"/>
            <ac:picMk id="3074" creationId="{AB256F95-2173-EB8F-6555-BED99E89B65A}"/>
          </ac:picMkLst>
        </pc:picChg>
        <pc:picChg chg="add mod">
          <ac:chgData name="Arne Vandenbussche" userId="db0cf365-58fd-4ac1-8dcb-784ece5a6732" providerId="ADAL" clId="{6C230BFD-A071-5E71-9869-EEA2F8444314}" dt="2025-11-15T13:36:27.288" v="417" actId="14100"/>
          <ac:picMkLst>
            <pc:docMk/>
            <pc:sldMk cId="4152587037" sldId="565"/>
            <ac:picMk id="3076" creationId="{5C2F2244-0A2F-EFE8-1D6D-D5E5C58021F0}"/>
          </ac:picMkLst>
        </pc:picChg>
        <pc:picChg chg="add del mod">
          <ac:chgData name="Arne Vandenbussche" userId="db0cf365-58fd-4ac1-8dcb-784ece5a6732" providerId="ADAL" clId="{6C230BFD-A071-5E71-9869-EEA2F8444314}" dt="2025-11-15T13:34:57.576" v="411" actId="478"/>
          <ac:picMkLst>
            <pc:docMk/>
            <pc:sldMk cId="4152587037" sldId="565"/>
            <ac:picMk id="3078" creationId="{E553612C-F7CA-5B87-1D30-BC9A863A0C89}"/>
          </ac:picMkLst>
        </pc:picChg>
        <pc:picChg chg="add mod">
          <ac:chgData name="Arne Vandenbussche" userId="db0cf365-58fd-4ac1-8dcb-784ece5a6732" providerId="ADAL" clId="{6C230BFD-A071-5E71-9869-EEA2F8444314}" dt="2025-11-15T13:36:29.370" v="418" actId="1076"/>
          <ac:picMkLst>
            <pc:docMk/>
            <pc:sldMk cId="4152587037" sldId="565"/>
            <ac:picMk id="3080" creationId="{B9B51A91-A31F-601A-21A7-86E279FBBC31}"/>
          </ac:picMkLst>
        </pc:picChg>
        <pc:picChg chg="add mod">
          <ac:chgData name="Arne Vandenbussche" userId="db0cf365-58fd-4ac1-8dcb-784ece5a6732" providerId="ADAL" clId="{6C230BFD-A071-5E71-9869-EEA2F8444314}" dt="2025-11-15T13:36:35.200" v="420" actId="1076"/>
          <ac:picMkLst>
            <pc:docMk/>
            <pc:sldMk cId="4152587037" sldId="565"/>
            <ac:picMk id="3082" creationId="{413C6061-995B-A7D6-2F5E-B0B2DBF49482}"/>
          </ac:picMkLst>
        </pc:picChg>
      </pc:sldChg>
      <pc:sldChg chg="modSp mod">
        <pc:chgData name="Arne Vandenbussche" userId="db0cf365-58fd-4ac1-8dcb-784ece5a6732" providerId="ADAL" clId="{6C230BFD-A071-5E71-9869-EEA2F8444314}" dt="2025-11-15T13:40:10.904" v="937" actId="20577"/>
        <pc:sldMkLst>
          <pc:docMk/>
          <pc:sldMk cId="3204010938" sldId="567"/>
        </pc:sldMkLst>
        <pc:spChg chg="mod">
          <ac:chgData name="Arne Vandenbussche" userId="db0cf365-58fd-4ac1-8dcb-784ece5a6732" providerId="ADAL" clId="{6C230BFD-A071-5E71-9869-EEA2F8444314}" dt="2025-11-15T13:40:10.904" v="937" actId="20577"/>
          <ac:spMkLst>
            <pc:docMk/>
            <pc:sldMk cId="3204010938" sldId="567"/>
            <ac:spMk id="3" creationId="{B1919F69-F097-B535-A7A2-62D0464D98BF}"/>
          </ac:spMkLst>
        </pc:spChg>
      </pc:sldChg>
      <pc:sldChg chg="modSp mod">
        <pc:chgData name="Arne Vandenbussche" userId="db0cf365-58fd-4ac1-8dcb-784ece5a6732" providerId="ADAL" clId="{6C230BFD-A071-5E71-9869-EEA2F8444314}" dt="2025-11-15T13:41:40.147" v="953" actId="20577"/>
        <pc:sldMkLst>
          <pc:docMk/>
          <pc:sldMk cId="98834662" sldId="568"/>
        </pc:sldMkLst>
        <pc:spChg chg="mod">
          <ac:chgData name="Arne Vandenbussche" userId="db0cf365-58fd-4ac1-8dcb-784ece5a6732" providerId="ADAL" clId="{6C230BFD-A071-5E71-9869-EEA2F8444314}" dt="2025-11-15T13:41:40.147" v="953" actId="20577"/>
          <ac:spMkLst>
            <pc:docMk/>
            <pc:sldMk cId="98834662" sldId="568"/>
            <ac:spMk id="3" creationId="{378B3241-2650-5CB4-5885-2AEFC3155C34}"/>
          </ac:spMkLst>
        </pc:spChg>
      </pc:sldChg>
      <pc:sldChg chg="modSp mod chgLayout">
        <pc:chgData name="Arne Vandenbussche" userId="db0cf365-58fd-4ac1-8dcb-784ece5a6732" providerId="ADAL" clId="{6C230BFD-A071-5E71-9869-EEA2F8444314}" dt="2025-11-15T14:31:43.102" v="2095" actId="700"/>
        <pc:sldMkLst>
          <pc:docMk/>
          <pc:sldMk cId="2377163038" sldId="569"/>
        </pc:sldMkLst>
        <pc:spChg chg="mod ord">
          <ac:chgData name="Arne Vandenbussche" userId="db0cf365-58fd-4ac1-8dcb-784ece5a6732" providerId="ADAL" clId="{6C230BFD-A071-5E71-9869-EEA2F8444314}" dt="2025-11-15T14:31:43.102" v="2095" actId="700"/>
          <ac:spMkLst>
            <pc:docMk/>
            <pc:sldMk cId="2377163038" sldId="569"/>
            <ac:spMk id="2" creationId="{12E48B76-B1C0-CFB7-D4A1-644BA2C45645}"/>
          </ac:spMkLst>
        </pc:spChg>
        <pc:spChg chg="mod ord">
          <ac:chgData name="Arne Vandenbussche" userId="db0cf365-58fd-4ac1-8dcb-784ece5a6732" providerId="ADAL" clId="{6C230BFD-A071-5E71-9869-EEA2F8444314}" dt="2025-11-15T14:31:43.102" v="2095" actId="700"/>
          <ac:spMkLst>
            <pc:docMk/>
            <pc:sldMk cId="2377163038" sldId="569"/>
            <ac:spMk id="3" creationId="{29E7A50E-B399-0375-3CB8-D1162EA896C4}"/>
          </ac:spMkLst>
        </pc:spChg>
        <pc:spChg chg="mod ord">
          <ac:chgData name="Arne Vandenbussche" userId="db0cf365-58fd-4ac1-8dcb-784ece5a6732" providerId="ADAL" clId="{6C230BFD-A071-5E71-9869-EEA2F8444314}" dt="2025-11-15T14:31:43.102" v="2095" actId="700"/>
          <ac:spMkLst>
            <pc:docMk/>
            <pc:sldMk cId="2377163038" sldId="569"/>
            <ac:spMk id="4" creationId="{D1083185-96F1-852E-4FC0-BC3AAC2E43EE}"/>
          </ac:spMkLst>
        </pc:spChg>
      </pc:sldChg>
      <pc:sldChg chg="del">
        <pc:chgData name="Arne Vandenbussche" userId="db0cf365-58fd-4ac1-8dcb-784ece5a6732" providerId="ADAL" clId="{6C230BFD-A071-5E71-9869-EEA2F8444314}" dt="2025-11-15T14:28:29.948" v="1961" actId="2696"/>
        <pc:sldMkLst>
          <pc:docMk/>
          <pc:sldMk cId="1564924565" sldId="570"/>
        </pc:sldMkLst>
      </pc:sldChg>
      <pc:sldChg chg="del">
        <pc:chgData name="Arne Vandenbussche" userId="db0cf365-58fd-4ac1-8dcb-784ece5a6732" providerId="ADAL" clId="{6C230BFD-A071-5E71-9869-EEA2F8444314}" dt="2025-11-15T14:28:29.948" v="1961" actId="2696"/>
        <pc:sldMkLst>
          <pc:docMk/>
          <pc:sldMk cId="1286994384" sldId="571"/>
        </pc:sldMkLst>
      </pc:sldChg>
      <pc:sldChg chg="addSp delSp modSp new mod modClrScheme chgLayout">
        <pc:chgData name="Arne Vandenbussche" userId="db0cf365-58fd-4ac1-8dcb-784ece5a6732" providerId="ADAL" clId="{6C230BFD-A071-5E71-9869-EEA2F8444314}" dt="2025-11-15T13:22:23.124" v="36"/>
        <pc:sldMkLst>
          <pc:docMk/>
          <pc:sldMk cId="3557170755" sldId="573"/>
        </pc:sldMkLst>
        <pc:spChg chg="del mod ord">
          <ac:chgData name="Arne Vandenbussche" userId="db0cf365-58fd-4ac1-8dcb-784ece5a6732" providerId="ADAL" clId="{6C230BFD-A071-5E71-9869-EEA2F8444314}" dt="2025-11-15T13:11:43.814" v="33" actId="700"/>
          <ac:spMkLst>
            <pc:docMk/>
            <pc:sldMk cId="3557170755" sldId="573"/>
            <ac:spMk id="2" creationId="{F6DF790A-7B44-AE6C-E5B9-AB3509627834}"/>
          </ac:spMkLst>
        </pc:spChg>
        <pc:spChg chg="del mod ord">
          <ac:chgData name="Arne Vandenbussche" userId="db0cf365-58fd-4ac1-8dcb-784ece5a6732" providerId="ADAL" clId="{6C230BFD-A071-5E71-9869-EEA2F8444314}" dt="2025-11-15T13:11:43.814" v="33" actId="700"/>
          <ac:spMkLst>
            <pc:docMk/>
            <pc:sldMk cId="3557170755" sldId="573"/>
            <ac:spMk id="3" creationId="{961345ED-5102-1824-9155-A1154C2E4D28}"/>
          </ac:spMkLst>
        </pc:spChg>
        <pc:spChg chg="add del mod ord">
          <ac:chgData name="Arne Vandenbussche" userId="db0cf365-58fd-4ac1-8dcb-784ece5a6732" providerId="ADAL" clId="{6C230BFD-A071-5E71-9869-EEA2F8444314}" dt="2025-11-15T13:11:52.221" v="34" actId="700"/>
          <ac:spMkLst>
            <pc:docMk/>
            <pc:sldMk cId="3557170755" sldId="573"/>
            <ac:spMk id="4" creationId="{8D24FF15-EC54-0CDC-74EC-23D7C5625EBF}"/>
          </ac:spMkLst>
        </pc:spChg>
        <pc:spChg chg="add del mod ord">
          <ac:chgData name="Arne Vandenbussche" userId="db0cf365-58fd-4ac1-8dcb-784ece5a6732" providerId="ADAL" clId="{6C230BFD-A071-5E71-9869-EEA2F8444314}" dt="2025-11-15T13:11:52.221" v="34" actId="700"/>
          <ac:spMkLst>
            <pc:docMk/>
            <pc:sldMk cId="3557170755" sldId="573"/>
            <ac:spMk id="5" creationId="{82084157-D659-4937-EB1B-AA9EE862A9C4}"/>
          </ac:spMkLst>
        </pc:spChg>
        <pc:picChg chg="add mod">
          <ac:chgData name="Arne Vandenbussche" userId="db0cf365-58fd-4ac1-8dcb-784ece5a6732" providerId="ADAL" clId="{6C230BFD-A071-5E71-9869-EEA2F8444314}" dt="2025-11-15T13:22:23.124" v="36"/>
          <ac:picMkLst>
            <pc:docMk/>
            <pc:sldMk cId="3557170755" sldId="573"/>
            <ac:picMk id="1026" creationId="{0F25B64E-F456-BC06-48D0-D6939A6B0AB2}"/>
          </ac:picMkLst>
        </pc:picChg>
      </pc:sldChg>
      <pc:sldChg chg="addSp modSp new modNotesTx">
        <pc:chgData name="Arne Vandenbussche" userId="db0cf365-58fd-4ac1-8dcb-784ece5a6732" providerId="ADAL" clId="{6C230BFD-A071-5E71-9869-EEA2F8444314}" dt="2025-11-15T13:25:06.655" v="276" actId="20577"/>
        <pc:sldMkLst>
          <pc:docMk/>
          <pc:sldMk cId="3879747593" sldId="574"/>
        </pc:sldMkLst>
        <pc:picChg chg="add mod">
          <ac:chgData name="Arne Vandenbussche" userId="db0cf365-58fd-4ac1-8dcb-784ece5a6732" providerId="ADAL" clId="{6C230BFD-A071-5E71-9869-EEA2F8444314}" dt="2025-11-15T13:24:10.941" v="39" actId="1076"/>
          <ac:picMkLst>
            <pc:docMk/>
            <pc:sldMk cId="3879747593" sldId="574"/>
            <ac:picMk id="2050" creationId="{07EDA218-E400-F698-EA2A-531A24DD9D43}"/>
          </ac:picMkLst>
        </pc:picChg>
      </pc:sldChg>
      <pc:sldChg chg="new del">
        <pc:chgData name="Arne Vandenbussche" userId="db0cf365-58fd-4ac1-8dcb-784ece5a6732" providerId="ADAL" clId="{6C230BFD-A071-5E71-9869-EEA2F8444314}" dt="2025-11-15T13:33:13.984" v="401" actId="2696"/>
        <pc:sldMkLst>
          <pc:docMk/>
          <pc:sldMk cId="1054438288" sldId="575"/>
        </pc:sldMkLst>
      </pc:sldChg>
      <pc:sldChg chg="new del">
        <pc:chgData name="Arne Vandenbussche" userId="db0cf365-58fd-4ac1-8dcb-784ece5a6732" providerId="ADAL" clId="{6C230BFD-A071-5E71-9869-EEA2F8444314}" dt="2025-11-15T13:33:09.248" v="400" actId="2696"/>
        <pc:sldMkLst>
          <pc:docMk/>
          <pc:sldMk cId="1092969704" sldId="576"/>
        </pc:sldMkLst>
      </pc:sldChg>
      <pc:sldChg chg="delSp modSp new mod">
        <pc:chgData name="Arne Vandenbussche" userId="db0cf365-58fd-4ac1-8dcb-784ece5a6732" providerId="ADAL" clId="{6C230BFD-A071-5E71-9869-EEA2F8444314}" dt="2025-11-15T13:33:04.177" v="399" actId="478"/>
        <pc:sldMkLst>
          <pc:docMk/>
          <pc:sldMk cId="2088822406" sldId="577"/>
        </pc:sldMkLst>
        <pc:spChg chg="mod">
          <ac:chgData name="Arne Vandenbussche" userId="db0cf365-58fd-4ac1-8dcb-784ece5a6732" providerId="ADAL" clId="{6C230BFD-A071-5E71-9869-EEA2F8444314}" dt="2025-11-15T13:33:00.406" v="398" actId="20577"/>
          <ac:spMkLst>
            <pc:docMk/>
            <pc:sldMk cId="2088822406" sldId="577"/>
            <ac:spMk id="2" creationId="{939504C7-0AF7-8617-45BD-DC2CD10BF7B3}"/>
          </ac:spMkLst>
        </pc:spChg>
        <pc:spChg chg="del">
          <ac:chgData name="Arne Vandenbussche" userId="db0cf365-58fd-4ac1-8dcb-784ece5a6732" providerId="ADAL" clId="{6C230BFD-A071-5E71-9869-EEA2F8444314}" dt="2025-11-15T13:33:04.177" v="399" actId="478"/>
          <ac:spMkLst>
            <pc:docMk/>
            <pc:sldMk cId="2088822406" sldId="577"/>
            <ac:spMk id="3" creationId="{513A7D3A-8786-21F2-AB2E-87C918282CAA}"/>
          </ac:spMkLst>
        </pc:spChg>
      </pc:sldChg>
      <pc:sldChg chg="modSp new mod">
        <pc:chgData name="Arne Vandenbussche" userId="db0cf365-58fd-4ac1-8dcb-784ece5a6732" providerId="ADAL" clId="{6C230BFD-A071-5E71-9869-EEA2F8444314}" dt="2025-11-15T14:46:14.417" v="3066" actId="2711"/>
        <pc:sldMkLst>
          <pc:docMk/>
          <pc:sldMk cId="1627059387" sldId="578"/>
        </pc:sldMkLst>
        <pc:spChg chg="mod">
          <ac:chgData name="Arne Vandenbussche" userId="db0cf365-58fd-4ac1-8dcb-784ece5a6732" providerId="ADAL" clId="{6C230BFD-A071-5E71-9869-EEA2F8444314}" dt="2025-11-15T14:46:14.417" v="3066" actId="2711"/>
          <ac:spMkLst>
            <pc:docMk/>
            <pc:sldMk cId="1627059387" sldId="578"/>
            <ac:spMk id="2" creationId="{AB0608C6-7BD9-854A-C2C3-09FB5633035C}"/>
          </ac:spMkLst>
        </pc:spChg>
        <pc:spChg chg="mod">
          <ac:chgData name="Arne Vandenbussche" userId="db0cf365-58fd-4ac1-8dcb-784ece5a6732" providerId="ADAL" clId="{6C230BFD-A071-5E71-9869-EEA2F8444314}" dt="2025-11-15T14:03:18.949" v="1175" actId="20577"/>
          <ac:spMkLst>
            <pc:docMk/>
            <pc:sldMk cId="1627059387" sldId="578"/>
            <ac:spMk id="3" creationId="{1E867EDB-6ADA-0AF9-1192-D1803B1B587C}"/>
          </ac:spMkLst>
        </pc:spChg>
      </pc:sldChg>
      <pc:sldChg chg="modSp new mod">
        <pc:chgData name="Arne Vandenbussche" userId="db0cf365-58fd-4ac1-8dcb-784ece5a6732" providerId="ADAL" clId="{6C230BFD-A071-5E71-9869-EEA2F8444314}" dt="2025-11-15T14:31:30.701" v="2094" actId="20577"/>
        <pc:sldMkLst>
          <pc:docMk/>
          <pc:sldMk cId="2022081692" sldId="579"/>
        </pc:sldMkLst>
        <pc:spChg chg="mod">
          <ac:chgData name="Arne Vandenbussche" userId="db0cf365-58fd-4ac1-8dcb-784ece5a6732" providerId="ADAL" clId="{6C230BFD-A071-5E71-9869-EEA2F8444314}" dt="2025-11-15T14:31:30.701" v="2094" actId="20577"/>
          <ac:spMkLst>
            <pc:docMk/>
            <pc:sldMk cId="2022081692" sldId="579"/>
            <ac:spMk id="2" creationId="{9508DBAF-147D-4F88-5FA8-69449A157179}"/>
          </ac:spMkLst>
        </pc:spChg>
        <pc:spChg chg="mod">
          <ac:chgData name="Arne Vandenbussche" userId="db0cf365-58fd-4ac1-8dcb-784ece5a6732" providerId="ADAL" clId="{6C230BFD-A071-5E71-9869-EEA2F8444314}" dt="2025-11-15T14:28:56.597" v="1989" actId="20577"/>
          <ac:spMkLst>
            <pc:docMk/>
            <pc:sldMk cId="2022081692" sldId="579"/>
            <ac:spMk id="3" creationId="{812BB0F8-F139-C590-661A-521746847F29}"/>
          </ac:spMkLst>
        </pc:spChg>
      </pc:sldChg>
      <pc:sldChg chg="modSp new mod">
        <pc:chgData name="Arne Vandenbussche" userId="db0cf365-58fd-4ac1-8dcb-784ece5a6732" providerId="ADAL" clId="{6C230BFD-A071-5E71-9869-EEA2F8444314}" dt="2025-11-15T14:42:45.974" v="2570" actId="6549"/>
        <pc:sldMkLst>
          <pc:docMk/>
          <pc:sldMk cId="1484349011" sldId="580"/>
        </pc:sldMkLst>
        <pc:spChg chg="mod">
          <ac:chgData name="Arne Vandenbussche" userId="db0cf365-58fd-4ac1-8dcb-784ece5a6732" providerId="ADAL" clId="{6C230BFD-A071-5E71-9869-EEA2F8444314}" dt="2025-11-15T14:42:45.974" v="2570" actId="6549"/>
          <ac:spMkLst>
            <pc:docMk/>
            <pc:sldMk cId="1484349011" sldId="580"/>
            <ac:spMk id="2" creationId="{2891AF8A-68C8-9D66-2F2A-A05A87BEC6E2}"/>
          </ac:spMkLst>
        </pc:spChg>
        <pc:spChg chg="mod">
          <ac:chgData name="Arne Vandenbussche" userId="db0cf365-58fd-4ac1-8dcb-784ece5a6732" providerId="ADAL" clId="{6C230BFD-A071-5E71-9869-EEA2F8444314}" dt="2025-11-15T14:32:01.662" v="2144" actId="20577"/>
          <ac:spMkLst>
            <pc:docMk/>
            <pc:sldMk cId="1484349011" sldId="580"/>
            <ac:spMk id="3" creationId="{4808F8BF-3979-F953-AC6E-FFD8C4B2ED0D}"/>
          </ac:spMkLst>
        </pc:spChg>
      </pc:sldChg>
      <pc:sldChg chg="modSp new mod">
        <pc:chgData name="Arne Vandenbussche" userId="db0cf365-58fd-4ac1-8dcb-784ece5a6732" providerId="ADAL" clId="{6C230BFD-A071-5E71-9869-EEA2F8444314}" dt="2025-11-15T14:46:50.394" v="3068" actId="2711"/>
        <pc:sldMkLst>
          <pc:docMk/>
          <pc:sldMk cId="3890587194" sldId="581"/>
        </pc:sldMkLst>
        <pc:spChg chg="mod">
          <ac:chgData name="Arne Vandenbussche" userId="db0cf365-58fd-4ac1-8dcb-784ece5a6732" providerId="ADAL" clId="{6C230BFD-A071-5E71-9869-EEA2F8444314}" dt="2025-11-15T14:46:50.394" v="3068" actId="2711"/>
          <ac:spMkLst>
            <pc:docMk/>
            <pc:sldMk cId="3890587194" sldId="581"/>
            <ac:spMk id="2" creationId="{FC06C8AC-0A66-D1B9-491D-284F242EB026}"/>
          </ac:spMkLst>
        </pc:spChg>
        <pc:spChg chg="mod">
          <ac:chgData name="Arne Vandenbussche" userId="db0cf365-58fd-4ac1-8dcb-784ece5a6732" providerId="ADAL" clId="{6C230BFD-A071-5E71-9869-EEA2F8444314}" dt="2025-11-15T14:43:06.364" v="2592" actId="20577"/>
          <ac:spMkLst>
            <pc:docMk/>
            <pc:sldMk cId="3890587194" sldId="581"/>
            <ac:spMk id="3" creationId="{9995CEE0-AC27-68B7-AEA9-9CF0B2AFE361}"/>
          </ac:spMkLst>
        </pc:spChg>
      </pc:sldChg>
      <pc:sldChg chg="modSp new mod">
        <pc:chgData name="Arne Vandenbussche" userId="db0cf365-58fd-4ac1-8dcb-784ece5a6732" providerId="ADAL" clId="{6C230BFD-A071-5E71-9869-EEA2F8444314}" dt="2025-11-15T14:50:07.352" v="3129"/>
        <pc:sldMkLst>
          <pc:docMk/>
          <pc:sldMk cId="2141306536" sldId="582"/>
        </pc:sldMkLst>
        <pc:spChg chg="mod">
          <ac:chgData name="Arne Vandenbussche" userId="db0cf365-58fd-4ac1-8dcb-784ece5a6732" providerId="ADAL" clId="{6C230BFD-A071-5E71-9869-EEA2F8444314}" dt="2025-11-15T14:50:07.352" v="3129"/>
          <ac:spMkLst>
            <pc:docMk/>
            <pc:sldMk cId="2141306536" sldId="582"/>
            <ac:spMk id="2" creationId="{844CB00D-DAFE-8FA0-A7D5-2AFE70953FDA}"/>
          </ac:spMkLst>
        </pc:spChg>
        <pc:spChg chg="mod">
          <ac:chgData name="Arne Vandenbussche" userId="db0cf365-58fd-4ac1-8dcb-784ece5a6732" providerId="ADAL" clId="{6C230BFD-A071-5E71-9869-EEA2F8444314}" dt="2025-11-15T14:50:05.565" v="3128" actId="20577"/>
          <ac:spMkLst>
            <pc:docMk/>
            <pc:sldMk cId="2141306536" sldId="582"/>
            <ac:spMk id="3" creationId="{9F39CF01-BFA8-300C-63EB-C033EBBA01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E3117-B08F-420B-850E-A592A87987F7}" type="datetimeFigureOut">
              <a:rPr lang="nl-BE" smtClean="0"/>
              <a:t>15/11/2025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C351B-AA81-4802-AE20-16DBE4195BFC}" type="slidenum">
              <a:rPr lang="nl-BE" smtClean="0"/>
              <a:t>‹nr.›</a:t>
            </a:fld>
            <a:endParaRPr lang="nl-BE"/>
          </a:p>
        </p:txBody>
      </p:sp>
    </p:spTree>
    <p:extLst>
      <p:ext uri="{BB962C8B-B14F-4D97-AF65-F5344CB8AC3E}">
        <p14:creationId xmlns:p14="http://schemas.microsoft.com/office/powerpoint/2010/main" val="3411214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Monty Python Flying Circus was een komisch programma dat op de BBC liep van 1969 tot 1974, met o.a. John Cleese. Het programma zat vol absurde sketches en de programmeertaal Python is naar dit programma genoemd.</a:t>
            </a:r>
          </a:p>
        </p:txBody>
      </p:sp>
      <p:sp>
        <p:nvSpPr>
          <p:cNvPr id="4" name="Tijdelijke aanduiding voor dianummer 3"/>
          <p:cNvSpPr>
            <a:spLocks noGrp="1"/>
          </p:cNvSpPr>
          <p:nvPr>
            <p:ph type="sldNum" sz="quarter" idx="5"/>
          </p:nvPr>
        </p:nvSpPr>
        <p:spPr/>
        <p:txBody>
          <a:bodyPr/>
          <a:lstStyle/>
          <a:p>
            <a:fld id="{1DEC351B-AA81-4802-AE20-16DBE4195BFC}" type="slidenum">
              <a:rPr lang="nl-BE" smtClean="0"/>
              <a:t>3</a:t>
            </a:fld>
            <a:endParaRPr lang="nl-BE"/>
          </a:p>
        </p:txBody>
      </p:sp>
    </p:spTree>
    <p:extLst>
      <p:ext uri="{BB962C8B-B14F-4D97-AF65-F5344CB8AC3E}">
        <p14:creationId xmlns:p14="http://schemas.microsoft.com/office/powerpoint/2010/main" val="2322096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B786E297-6350-4F0A-8DD0-F703C4238D19}" type="slidenum">
              <a:rPr lang="nl-BE" smtClean="0">
                <a:uFillTx/>
              </a:rPr>
              <a:t>12</a:t>
            </a:fld>
            <a:endParaRPr lang="nl-BE">
              <a:uFillTx/>
            </a:endParaRPr>
          </a:p>
        </p:txBody>
      </p:sp>
    </p:spTree>
    <p:extLst>
      <p:ext uri="{BB962C8B-B14F-4D97-AF65-F5344CB8AC3E}">
        <p14:creationId xmlns:p14="http://schemas.microsoft.com/office/powerpoint/2010/main" val="686492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08B17-F121-092C-6136-E56B42B6FC3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7721B52-E2FA-EDDF-B3CB-62D589099BD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A980DB5-17D1-8E19-0423-DB7E7A41011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41063D28-9D16-3B83-0A72-A0128F6087A0}"/>
              </a:ext>
            </a:extLst>
          </p:cNvPr>
          <p:cNvSpPr>
            <a:spLocks noGrp="1"/>
          </p:cNvSpPr>
          <p:nvPr>
            <p:ph type="sldNum" sz="quarter" idx="5"/>
          </p:nvPr>
        </p:nvSpPr>
        <p:spPr/>
        <p:txBody>
          <a:bodyPr/>
          <a:lstStyle/>
          <a:p>
            <a:fld id="{B786E297-6350-4F0A-8DD0-F703C4238D19}" type="slidenum">
              <a:rPr lang="nl-BE" smtClean="0">
                <a:uFillTx/>
              </a:rPr>
              <a:t>13</a:t>
            </a:fld>
            <a:endParaRPr lang="nl-BE">
              <a:uFillTx/>
            </a:endParaRPr>
          </a:p>
        </p:txBody>
      </p:sp>
    </p:spTree>
    <p:extLst>
      <p:ext uri="{BB962C8B-B14F-4D97-AF65-F5344CB8AC3E}">
        <p14:creationId xmlns:p14="http://schemas.microsoft.com/office/powerpoint/2010/main" val="1111990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roo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914400" y="2130429"/>
            <a:ext cx="10363200" cy="1470025"/>
          </a:xfrm>
        </p:spPr>
        <p:txBody>
          <a:bodyPr/>
          <a:lstStyle>
            <a:lvl1pPr>
              <a:defRPr>
                <a:solidFill>
                  <a:srgbClr val="FFFFFF"/>
                </a:solidFill>
              </a:defRPr>
            </a:lvl1pPr>
          </a:lstStyle>
          <a:p>
            <a:r>
              <a:rPr lang="nl-NL"/>
              <a:t>Klik om stijl te bewerken</a:t>
            </a:r>
          </a:p>
        </p:txBody>
      </p:sp>
      <p:sp>
        <p:nvSpPr>
          <p:cNvPr id="3" name="Subtitel 2"/>
          <p:cNvSpPr>
            <a:spLocks noGrp="1"/>
          </p:cNvSpPr>
          <p:nvPr>
            <p:ph type="subTitle" idx="1"/>
          </p:nvPr>
        </p:nvSpPr>
        <p:spPr>
          <a:xfrm>
            <a:off x="914400" y="3886200"/>
            <a:ext cx="9448800" cy="1752600"/>
          </a:xfrm>
        </p:spPr>
        <p:txBody>
          <a:bodyPr/>
          <a:lstStyle>
            <a:lvl1pPr marL="0" indent="0" algn="l">
              <a:buNone/>
              <a:defRPr>
                <a:solidFill>
                  <a:srgbClr val="FFFF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nl-NL"/>
              <a:t>Klikken om de ondertitelstijl van het model te bewerken</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3674080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dia grij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914400" y="2130429"/>
            <a:ext cx="10363200" cy="1470025"/>
          </a:xfrm>
        </p:spPr>
        <p:txBody>
          <a:bodyPr/>
          <a:lstStyle/>
          <a:p>
            <a:r>
              <a:rPr lang="nl-NL"/>
              <a:t>Klik om stijl te bewerken</a:t>
            </a:r>
          </a:p>
        </p:txBody>
      </p:sp>
      <p:sp>
        <p:nvSpPr>
          <p:cNvPr id="3" name="Subtitel 2"/>
          <p:cNvSpPr>
            <a:spLocks noGrp="1"/>
          </p:cNvSpPr>
          <p:nvPr>
            <p:ph type="subTitle" idx="1"/>
          </p:nvPr>
        </p:nvSpPr>
        <p:spPr>
          <a:xfrm>
            <a:off x="914400" y="3886200"/>
            <a:ext cx="9448800" cy="1752600"/>
          </a:xfrm>
        </p:spPr>
        <p:txBody>
          <a:bodyPr/>
          <a:lstStyle>
            <a:lvl1pPr marL="0" indent="0" algn="l">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nl-NL"/>
              <a:t>Klikken om de ondertitelstijl van het model te bewerken</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076333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roo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datum 9"/>
          <p:cNvSpPr>
            <a:spLocks noGrp="1"/>
          </p:cNvSpPr>
          <p:nvPr>
            <p:ph type="dt" sz="half" idx="10"/>
          </p:nvPr>
        </p:nvSpPr>
        <p:spPr/>
        <p:txBody>
          <a:bodyPr/>
          <a:lstStyle/>
          <a:p>
            <a:fld id="{C1086368-59CF-40AC-BA11-5601EC3D3C16}" type="datetimeFigureOut">
              <a:rPr lang="en-US" smtClean="0"/>
              <a:t>11/15/25</a:t>
            </a:fld>
            <a:endParaRPr lang="en-US"/>
          </a:p>
        </p:txBody>
      </p:sp>
      <p:sp>
        <p:nvSpPr>
          <p:cNvPr id="11" name="Tijdelijke aanduiding voor voettekst 10"/>
          <p:cNvSpPr>
            <a:spLocks noGrp="1"/>
          </p:cNvSpPr>
          <p:nvPr>
            <p:ph type="ftr" sz="quarter" idx="11"/>
          </p:nvPr>
        </p:nvSpPr>
        <p:spPr/>
        <p:txBody>
          <a:bodyPr/>
          <a:lstStyle/>
          <a:p>
            <a:endParaRPr lang="en-US"/>
          </a:p>
        </p:txBody>
      </p:sp>
      <p:sp>
        <p:nvSpPr>
          <p:cNvPr id="12" name="Tijdelijke aanduiding voor dianummer 11"/>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99628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grij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a:xfrm>
            <a:off x="609600" y="1600204"/>
            <a:ext cx="10972800" cy="452596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3388186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bject rood 2">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BB790953-C12E-4BD6-AA13-A49205E5B318}"/>
              </a:ext>
            </a:extLst>
          </p:cNvPr>
          <p:cNvSpPr/>
          <p:nvPr userDrawn="1"/>
        </p:nvSpPr>
        <p:spPr>
          <a:xfrm>
            <a:off x="0" y="1504778"/>
            <a:ext cx="12192000" cy="2238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sz="3200"/>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tel 9"/>
          <p:cNvSpPr>
            <a:spLocks noGrp="1"/>
          </p:cNvSpPr>
          <p:nvPr>
            <p:ph type="title"/>
          </p:nvPr>
        </p:nvSpPr>
        <p:spPr>
          <a:xfrm>
            <a:off x="609600" y="274639"/>
            <a:ext cx="10972800" cy="591635"/>
          </a:xfrm>
        </p:spPr>
        <p:txBody>
          <a:bodyPr/>
          <a:lstStyle>
            <a:lvl1pPr>
              <a:defRPr>
                <a:solidFill>
                  <a:schemeClr val="bg1"/>
                </a:solidFill>
              </a:defRPr>
            </a:lvl1pPr>
          </a:lstStyle>
          <a:p>
            <a:r>
              <a:rPr lang="nl-NL"/>
              <a:t>Klik om stijl te bewerken</a:t>
            </a:r>
            <a:endParaRPr lang="nl-BE"/>
          </a:p>
        </p:txBody>
      </p:sp>
      <p:sp>
        <p:nvSpPr>
          <p:cNvPr id="11" name="Tijdelijke aanduiding voor datum 10"/>
          <p:cNvSpPr>
            <a:spLocks noGrp="1"/>
          </p:cNvSpPr>
          <p:nvPr>
            <p:ph type="dt" sz="half" idx="10"/>
          </p:nvPr>
        </p:nvSpPr>
        <p:spPr/>
        <p:txBody>
          <a:bodyPr/>
          <a:lstStyle/>
          <a:p>
            <a:fld id="{C1086368-59CF-40AC-BA11-5601EC3D3C16}" type="datetimeFigureOut">
              <a:rPr lang="en-US" smtClean="0"/>
              <a:t>11/15/25</a:t>
            </a:fld>
            <a:endParaRPr lang="en-US"/>
          </a:p>
        </p:txBody>
      </p:sp>
      <p:sp>
        <p:nvSpPr>
          <p:cNvPr id="12" name="Tijdelijke aanduiding voor voettekst 11"/>
          <p:cNvSpPr>
            <a:spLocks noGrp="1"/>
          </p:cNvSpPr>
          <p:nvPr>
            <p:ph type="ftr" sz="quarter" idx="11"/>
          </p:nvPr>
        </p:nvSpPr>
        <p:spPr/>
        <p:txBody>
          <a:bodyPr/>
          <a:lstStyle/>
          <a:p>
            <a:endParaRPr lang="en-US"/>
          </a:p>
        </p:txBody>
      </p:sp>
      <p:sp>
        <p:nvSpPr>
          <p:cNvPr id="13" name="Tijdelijke aanduiding voor dianummer 12"/>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620059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el en object rood 2 - subtitl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61C58FC9-3A77-4819-8A56-B01521DED2F9}"/>
              </a:ext>
            </a:extLst>
          </p:cNvPr>
          <p:cNvSpPr/>
          <p:nvPr userDrawn="1"/>
        </p:nvSpPr>
        <p:spPr>
          <a:xfrm>
            <a:off x="0" y="1504778"/>
            <a:ext cx="12192000" cy="2238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sz="3200"/>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tel 9"/>
          <p:cNvSpPr>
            <a:spLocks noGrp="1"/>
          </p:cNvSpPr>
          <p:nvPr>
            <p:ph type="title"/>
          </p:nvPr>
        </p:nvSpPr>
        <p:spPr>
          <a:xfrm>
            <a:off x="609600" y="274639"/>
            <a:ext cx="10972800" cy="591635"/>
          </a:xfrm>
        </p:spPr>
        <p:txBody>
          <a:bodyPr/>
          <a:lstStyle>
            <a:lvl1pPr>
              <a:defRPr>
                <a:solidFill>
                  <a:schemeClr val="bg1"/>
                </a:solidFill>
              </a:defRPr>
            </a:lvl1pPr>
          </a:lstStyle>
          <a:p>
            <a:r>
              <a:rPr lang="nl-NL"/>
              <a:t>Klik om stijl te bewerken</a:t>
            </a:r>
            <a:endParaRPr lang="nl-BE"/>
          </a:p>
        </p:txBody>
      </p:sp>
      <p:sp>
        <p:nvSpPr>
          <p:cNvPr id="11" name="Tijdelijke aanduiding voor datum 10"/>
          <p:cNvSpPr>
            <a:spLocks noGrp="1"/>
          </p:cNvSpPr>
          <p:nvPr>
            <p:ph type="dt" sz="half" idx="10"/>
          </p:nvPr>
        </p:nvSpPr>
        <p:spPr/>
        <p:txBody>
          <a:bodyPr/>
          <a:lstStyle/>
          <a:p>
            <a:fld id="{C1086368-59CF-40AC-BA11-5601EC3D3C16}" type="datetimeFigureOut">
              <a:rPr lang="en-US" smtClean="0"/>
              <a:t>11/15/25</a:t>
            </a:fld>
            <a:endParaRPr lang="en-US"/>
          </a:p>
        </p:txBody>
      </p:sp>
      <p:sp>
        <p:nvSpPr>
          <p:cNvPr id="12" name="Tijdelijke aanduiding voor voettekst 11"/>
          <p:cNvSpPr>
            <a:spLocks noGrp="1"/>
          </p:cNvSpPr>
          <p:nvPr>
            <p:ph type="ftr" sz="quarter" idx="11"/>
          </p:nvPr>
        </p:nvSpPr>
        <p:spPr/>
        <p:txBody>
          <a:bodyPr/>
          <a:lstStyle/>
          <a:p>
            <a:endParaRPr lang="en-US"/>
          </a:p>
        </p:txBody>
      </p:sp>
      <p:sp>
        <p:nvSpPr>
          <p:cNvPr id="13" name="Tijdelijke aanduiding voor dianummer 12"/>
          <p:cNvSpPr>
            <a:spLocks noGrp="1"/>
          </p:cNvSpPr>
          <p:nvPr>
            <p:ph type="sldNum" sz="quarter" idx="12"/>
          </p:nvPr>
        </p:nvSpPr>
        <p:spPr/>
        <p:txBody>
          <a:bodyPr/>
          <a:lstStyle/>
          <a:p>
            <a:fld id="{F57C0BE7-5362-4C37-9A01-5443D4BD82B6}" type="slidenum">
              <a:rPr lang="en-US" smtClean="0"/>
              <a:t>‹nr.›</a:t>
            </a:fld>
            <a:endParaRPr lang="en-US"/>
          </a:p>
        </p:txBody>
      </p:sp>
      <p:sp>
        <p:nvSpPr>
          <p:cNvPr id="9" name="Text Placeholder 8">
            <a:extLst>
              <a:ext uri="{FF2B5EF4-FFF2-40B4-BE49-F238E27FC236}">
                <a16:creationId xmlns:a16="http://schemas.microsoft.com/office/drawing/2014/main" id="{CF726823-3CAC-477A-8612-282F109A4B9F}"/>
              </a:ext>
            </a:extLst>
          </p:cNvPr>
          <p:cNvSpPr>
            <a:spLocks noGrp="1"/>
          </p:cNvSpPr>
          <p:nvPr>
            <p:ph type="body" sz="quarter" idx="13"/>
          </p:nvPr>
        </p:nvSpPr>
        <p:spPr>
          <a:xfrm>
            <a:off x="609600" y="866274"/>
            <a:ext cx="10972800" cy="457200"/>
          </a:xfrm>
        </p:spPr>
        <p:txBody>
          <a:bodyPr/>
          <a:lstStyle>
            <a:lvl1pPr marL="0" indent="0">
              <a:buNone/>
              <a:defRPr>
                <a:solidFill>
                  <a:schemeClr val="bg1"/>
                </a:solidFill>
              </a:defRPr>
            </a:lvl1pPr>
          </a:lstStyle>
          <a:p>
            <a:pPr lvl="0"/>
            <a:r>
              <a:rPr lang="nl-NL"/>
              <a:t>Klikken om de tekststijl van het model te bewerken</a:t>
            </a:r>
          </a:p>
        </p:txBody>
      </p:sp>
    </p:spTree>
    <p:extLst>
      <p:ext uri="{BB962C8B-B14F-4D97-AF65-F5344CB8AC3E}">
        <p14:creationId xmlns:p14="http://schemas.microsoft.com/office/powerpoint/2010/main" val="296806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el en object grijs 2">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EB49729-35ED-441C-986B-CF487E7A56D8}"/>
              </a:ext>
            </a:extLst>
          </p:cNvPr>
          <p:cNvSpPr/>
          <p:nvPr userDrawn="1"/>
        </p:nvSpPr>
        <p:spPr>
          <a:xfrm>
            <a:off x="0" y="1504778"/>
            <a:ext cx="12192000" cy="2238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sz="3200"/>
          </a:p>
        </p:txBody>
      </p:sp>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300070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ekop">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4"/>
            <a:ext cx="10363200" cy="1362075"/>
          </a:xfrm>
        </p:spPr>
        <p:txBody>
          <a:bodyPr anchor="t"/>
          <a:lstStyle>
            <a:lvl1pPr algn="l">
              <a:defRPr sz="3000" b="1" cap="all"/>
            </a:lvl1pPr>
          </a:lstStyle>
          <a:p>
            <a:r>
              <a:rPr lang="nl-NL"/>
              <a:t>Klik om stijl te bewerken</a:t>
            </a:r>
          </a:p>
        </p:txBody>
      </p:sp>
      <p:sp>
        <p:nvSpPr>
          <p:cNvPr id="3" name="Tijdelijke aanduiding voor tekst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nl-NL"/>
              <a:t>Klikken om de tekststijl van het model te bewerken</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403160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ee objecten">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inhoud 2"/>
          <p:cNvSpPr>
            <a:spLocks noGrp="1"/>
          </p:cNvSpPr>
          <p:nvPr>
            <p:ph sz="half" idx="1"/>
          </p:nvPr>
        </p:nvSpPr>
        <p:spPr>
          <a:xfrm>
            <a:off x="609600" y="1600204"/>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7600" y="1600204"/>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p:cNvSpPr>
            <a:spLocks noGrp="1"/>
          </p:cNvSpPr>
          <p:nvPr>
            <p:ph type="dt" sz="half" idx="10"/>
          </p:nvPr>
        </p:nvSpPr>
        <p:spPr/>
        <p:txBody>
          <a:bodyPr/>
          <a:lstStyle/>
          <a:p>
            <a:fld id="{C1086368-59CF-40AC-BA11-5601EC3D3C16}" type="datetimeFigureOut">
              <a:rPr lang="en-US" smtClean="0"/>
              <a:t>11/15/25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549350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vergelijkin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stijl te bewerken</a:t>
            </a:r>
          </a:p>
        </p:txBody>
      </p:sp>
      <p:sp>
        <p:nvSpPr>
          <p:cNvPr id="3" name="Tijdelijke aanduiding voor tekst 2"/>
          <p:cNvSpPr>
            <a:spLocks noGrp="1"/>
          </p:cNvSpPr>
          <p:nvPr>
            <p:ph type="body" idx="1"/>
          </p:nvPr>
        </p:nvSpPr>
        <p:spPr>
          <a:xfrm>
            <a:off x="609600" y="1535116"/>
            <a:ext cx="5386917"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l-NL"/>
              <a:t>Klikken om de tekststijl van het model te bewerken</a:t>
            </a:r>
          </a:p>
        </p:txBody>
      </p:sp>
      <p:sp>
        <p:nvSpPr>
          <p:cNvPr id="4" name="Tijdelijke aanduiding voor inhoud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72" y="1535116"/>
            <a:ext cx="5389033"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nl-NL"/>
              <a:t>Klikken om de tekststijl van het model te bewerken</a:t>
            </a:r>
          </a:p>
        </p:txBody>
      </p:sp>
      <p:sp>
        <p:nvSpPr>
          <p:cNvPr id="6" name="Tijdelijke aanduiding voor inhoud 5"/>
          <p:cNvSpPr>
            <a:spLocks noGrp="1"/>
          </p:cNvSpPr>
          <p:nvPr>
            <p:ph sz="quarter" idx="4"/>
          </p:nvPr>
        </p:nvSpPr>
        <p:spPr>
          <a:xfrm>
            <a:off x="6193372"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p:cNvSpPr>
            <a:spLocks noGrp="1"/>
          </p:cNvSpPr>
          <p:nvPr>
            <p:ph type="dt" sz="half" idx="10"/>
          </p:nvPr>
        </p:nvSpPr>
        <p:spPr/>
        <p:txBody>
          <a:bodyPr/>
          <a:lstStyle/>
          <a:p>
            <a:fld id="{C1086368-59CF-40AC-BA11-5601EC3D3C16}" type="datetimeFigureOut">
              <a:rPr lang="en-US" smtClean="0"/>
              <a:t>11/15/25</a:t>
            </a:fld>
            <a:endParaRPr lang="en-US"/>
          </a:p>
        </p:txBody>
      </p:sp>
      <p:sp>
        <p:nvSpPr>
          <p:cNvPr id="8" name="Tijdelijke aanduiding voor voettekst 7"/>
          <p:cNvSpPr>
            <a:spLocks noGrp="1"/>
          </p:cNvSpPr>
          <p:nvPr>
            <p:ph type="ftr" sz="quarter" idx="11"/>
          </p:nvPr>
        </p:nvSpPr>
        <p:spPr/>
        <p:txBody>
          <a:bodyPr/>
          <a:lstStyle/>
          <a:p>
            <a:endParaRPr lang="en-US"/>
          </a:p>
        </p:txBody>
      </p:sp>
      <p:sp>
        <p:nvSpPr>
          <p:cNvPr id="9" name="Tijdelijke aanduiding voor dianummer 8"/>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884880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alleen titel">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datum 2"/>
          <p:cNvSpPr>
            <a:spLocks noGrp="1"/>
          </p:cNvSpPr>
          <p:nvPr>
            <p:ph type="dt" sz="half" idx="10"/>
          </p:nvPr>
        </p:nvSpPr>
        <p:spPr/>
        <p:txBody>
          <a:bodyPr/>
          <a:lstStyle/>
          <a:p>
            <a:fld id="{C1086368-59CF-40AC-BA11-5601EC3D3C16}" type="datetimeFigureOut">
              <a:rPr lang="en-US" smtClean="0"/>
              <a:t>11/15/25</a:t>
            </a:fld>
            <a:endParaRPr lang="en-US"/>
          </a:p>
        </p:txBody>
      </p:sp>
      <p:sp>
        <p:nvSpPr>
          <p:cNvPr id="4" name="Tijdelijke aanduiding voor voettekst 3"/>
          <p:cNvSpPr>
            <a:spLocks noGrp="1"/>
          </p:cNvSpPr>
          <p:nvPr>
            <p:ph type="ftr" sz="quarter" idx="11"/>
          </p:nvPr>
        </p:nvSpPr>
        <p:spPr/>
        <p:txBody>
          <a:bodyPr/>
          <a:lstStyle/>
          <a:p>
            <a:endParaRPr lang="en-US"/>
          </a:p>
        </p:txBody>
      </p:sp>
      <p:sp>
        <p:nvSpPr>
          <p:cNvPr id="5" name="Tijdelijke aanduiding voor dianummer 4"/>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120802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C1086368-59CF-40AC-BA11-5601EC3D3C16}" type="datetimeFigureOut">
              <a:rPr lang="en-US" smtClean="0"/>
              <a:t>11/15/25</a:t>
            </a:fld>
            <a:endParaRPr lang="en-US"/>
          </a:p>
        </p:txBody>
      </p:sp>
      <p:sp>
        <p:nvSpPr>
          <p:cNvPr id="3" name="Tijdelijke aanduiding voor voettekst 2"/>
          <p:cNvSpPr>
            <a:spLocks noGrp="1"/>
          </p:cNvSpPr>
          <p:nvPr>
            <p:ph type="ftr" sz="quarter" idx="11"/>
          </p:nvPr>
        </p:nvSpPr>
        <p:spPr/>
        <p:txBody>
          <a:bodyPr/>
          <a:lstStyle/>
          <a:p>
            <a:endParaRPr lang="en-US"/>
          </a:p>
        </p:txBody>
      </p:sp>
      <p:sp>
        <p:nvSpPr>
          <p:cNvPr id="4" name="Tijdelijke aanduiding voor dianummer 3"/>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1437690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inhoud met bijschrif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609603" y="273052"/>
            <a:ext cx="4011084" cy="1162051"/>
          </a:xfrm>
        </p:spPr>
        <p:txBody>
          <a:bodyPr anchor="b"/>
          <a:lstStyle>
            <a:lvl1pPr algn="l">
              <a:defRPr sz="1500" b="1"/>
            </a:lvl1pPr>
          </a:lstStyle>
          <a:p>
            <a:r>
              <a:rPr lang="nl-NL"/>
              <a:t>Klik om stijl te bewerken</a:t>
            </a:r>
          </a:p>
        </p:txBody>
      </p:sp>
      <p:sp>
        <p:nvSpPr>
          <p:cNvPr id="3" name="Tijdelijke aanduiding voor inhoud 2"/>
          <p:cNvSpPr>
            <a:spLocks noGrp="1"/>
          </p:cNvSpPr>
          <p:nvPr>
            <p:ph idx="1"/>
          </p:nvPr>
        </p:nvSpPr>
        <p:spPr>
          <a:xfrm>
            <a:off x="4766733" y="273055"/>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nl-NL"/>
              <a:t>Klikken om de tekststijl van het model te bewerken</a:t>
            </a:r>
          </a:p>
        </p:txBody>
      </p:sp>
      <p:sp>
        <p:nvSpPr>
          <p:cNvPr id="5" name="Tijdelijke aanduiding voor datum 4"/>
          <p:cNvSpPr>
            <a:spLocks noGrp="1"/>
          </p:cNvSpPr>
          <p:nvPr>
            <p:ph type="dt" sz="half" idx="10"/>
          </p:nvPr>
        </p:nvSpPr>
        <p:spPr/>
        <p:txBody>
          <a:bodyPr/>
          <a:lstStyle/>
          <a:p>
            <a:fld id="{C1086368-59CF-40AC-BA11-5601EC3D3C16}" type="datetimeFigureOut">
              <a:rPr lang="en-US" smtClean="0"/>
              <a:t>11/15/25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62423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afbeelding met bijschrif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3"/>
            <a:ext cx="7315200" cy="566739"/>
          </a:xfrm>
        </p:spPr>
        <p:txBody>
          <a:bodyPr anchor="b"/>
          <a:lstStyle>
            <a:lvl1pPr algn="l">
              <a:defRPr sz="1500" b="1"/>
            </a:lvl1pPr>
          </a:lstStyle>
          <a:p>
            <a:r>
              <a:rPr lang="nl-NL"/>
              <a:t>Klik om stijl te bewerken</a:t>
            </a:r>
          </a:p>
        </p:txBody>
      </p:sp>
      <p:sp>
        <p:nvSpPr>
          <p:cNvPr id="3" name="Tijdelijke aanduiding voor afbeelding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p>
        </p:txBody>
      </p:sp>
      <p:sp>
        <p:nvSpPr>
          <p:cNvPr id="4" name="Tijdelijke aanduiding voor tekst 3"/>
          <p:cNvSpPr>
            <a:spLocks noGrp="1"/>
          </p:cNvSpPr>
          <p:nvPr>
            <p:ph type="body" sz="half" idx="2"/>
          </p:nvPr>
        </p:nvSpPr>
        <p:spPr>
          <a:xfrm>
            <a:off x="2389717" y="5367341"/>
            <a:ext cx="73152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nl-NL"/>
              <a:t>Klikken om de tekststijl van het model te bewerken</a:t>
            </a:r>
          </a:p>
        </p:txBody>
      </p:sp>
      <p:sp>
        <p:nvSpPr>
          <p:cNvPr id="5" name="Tijdelijke aanduiding voor datum 4"/>
          <p:cNvSpPr>
            <a:spLocks noGrp="1"/>
          </p:cNvSpPr>
          <p:nvPr>
            <p:ph type="dt" sz="half" idx="10"/>
          </p:nvPr>
        </p:nvSpPr>
        <p:spPr/>
        <p:txBody>
          <a:bodyPr/>
          <a:lstStyle/>
          <a:p>
            <a:fld id="{C1086368-59CF-40AC-BA11-5601EC3D3C16}" type="datetimeFigureOut">
              <a:rPr lang="en-US" smtClean="0"/>
              <a:t>11/15/25</a:t>
            </a:fld>
            <a:endParaRPr lang="en-US"/>
          </a:p>
        </p:txBody>
      </p:sp>
      <p:sp>
        <p:nvSpPr>
          <p:cNvPr id="6" name="Tijdelijke aanduiding voor voettekst 5"/>
          <p:cNvSpPr>
            <a:spLocks noGrp="1"/>
          </p:cNvSpPr>
          <p:nvPr>
            <p:ph type="ftr" sz="quarter" idx="11"/>
          </p:nvPr>
        </p:nvSpPr>
        <p:spPr/>
        <p:txBody>
          <a:bodyPr/>
          <a:lstStyle/>
          <a:p>
            <a:endParaRPr lang="en-US"/>
          </a:p>
        </p:txBody>
      </p:sp>
      <p:sp>
        <p:nvSpPr>
          <p:cNvPr id="7" name="Tijdelijke aanduiding voor dianummer 6"/>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4150377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el en verticale teks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3" name="Tijdelijke aanduiding voor verticale tekst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3626738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39200" y="274642"/>
            <a:ext cx="2743200" cy="5851525"/>
          </a:xfrm>
        </p:spPr>
        <p:txBody>
          <a:bodyPr vert="eaVert"/>
          <a:lstStyle/>
          <a:p>
            <a:r>
              <a:rPr lang="nl-NL"/>
              <a:t>Klik om stijl te bewerken</a:t>
            </a:r>
          </a:p>
        </p:txBody>
      </p:sp>
      <p:sp>
        <p:nvSpPr>
          <p:cNvPr id="3" name="Tijdelijke aanduiding voor verticale tekst 2"/>
          <p:cNvSpPr>
            <a:spLocks noGrp="1"/>
          </p:cNvSpPr>
          <p:nvPr>
            <p:ph type="body" orient="vert" idx="1"/>
          </p:nvPr>
        </p:nvSpPr>
        <p:spPr>
          <a:xfrm>
            <a:off x="609600" y="274642"/>
            <a:ext cx="8026400" cy="5851525"/>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11"/>
          </p:nvPr>
        </p:nvSpPr>
        <p:spPr/>
        <p:txBody>
          <a:bodyPr/>
          <a:lstStyle/>
          <a:p>
            <a:endParaRPr lang="en-US"/>
          </a:p>
        </p:txBody>
      </p:sp>
      <p:sp>
        <p:nvSpPr>
          <p:cNvPr id="6" name="Tijdelijke aanduiding voor dianummer 5"/>
          <p:cNvSpPr>
            <a:spLocks noGrp="1"/>
          </p:cNvSpPr>
          <p:nvPr>
            <p:ph type="sldNum" sz="quarter" idx="12"/>
          </p:nvPr>
        </p:nvSpPr>
        <p:spPr/>
        <p:txBody>
          <a:bodyPr/>
          <a:lstStyle/>
          <a:p>
            <a:fld id="{F57C0BE7-5362-4C37-9A01-5443D4BD82B6}" type="slidenum">
              <a:rPr lang="en-US" smtClean="0"/>
              <a:t>‹nr.›</a:t>
            </a:fld>
            <a:endParaRPr lang="en-US"/>
          </a:p>
        </p:txBody>
      </p:sp>
    </p:spTree>
    <p:extLst>
      <p:ext uri="{BB962C8B-B14F-4D97-AF65-F5344CB8AC3E}">
        <p14:creationId xmlns:p14="http://schemas.microsoft.com/office/powerpoint/2010/main" val="643765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reserve="1">
  <p:cSld name="Titel, tekst en 2 inhoudselementen">
    <p:spTree>
      <p:nvGrpSpPr>
        <p:cNvPr id="1" name=""/>
        <p:cNvGrpSpPr/>
        <p:nvPr/>
      </p:nvGrpSpPr>
      <p:grpSpPr>
        <a:xfrm>
          <a:off x="0" y="0"/>
          <a:ext cx="0" cy="0"/>
          <a:chOff x="0" y="0"/>
          <a:chExt cx="0" cy="0"/>
        </a:xfrm>
      </p:grpSpPr>
      <p:sp>
        <p:nvSpPr>
          <p:cNvPr id="2" name="Titel 1"/>
          <p:cNvSpPr>
            <a:spLocks noGrp="1"/>
          </p:cNvSpPr>
          <p:nvPr>
            <p:ph type="title"/>
          </p:nvPr>
        </p:nvSpPr>
        <p:spPr>
          <a:xfrm>
            <a:off x="205319" y="871541"/>
            <a:ext cx="10993967" cy="498475"/>
          </a:xfrm>
        </p:spPr>
        <p:txBody>
          <a:bodyPr/>
          <a:lstStyle/>
          <a:p>
            <a:r>
              <a:rPr lang="nl-NL"/>
              <a:t>Klik om stijl te bewerken</a:t>
            </a:r>
            <a:endParaRPr lang="nl-BE"/>
          </a:p>
        </p:txBody>
      </p:sp>
      <p:sp>
        <p:nvSpPr>
          <p:cNvPr id="3" name="Tijdelijke aanduiding voor tekst 2"/>
          <p:cNvSpPr>
            <a:spLocks noGrp="1"/>
          </p:cNvSpPr>
          <p:nvPr>
            <p:ph type="body" sz="half" idx="1"/>
          </p:nvPr>
        </p:nvSpPr>
        <p:spPr>
          <a:xfrm>
            <a:off x="914400" y="1776415"/>
            <a:ext cx="5082117" cy="390207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quarter" idx="2"/>
          </p:nvPr>
        </p:nvSpPr>
        <p:spPr>
          <a:xfrm>
            <a:off x="6199718" y="1776416"/>
            <a:ext cx="5082116" cy="1874837"/>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inhoud 4"/>
          <p:cNvSpPr>
            <a:spLocks noGrp="1"/>
          </p:cNvSpPr>
          <p:nvPr>
            <p:ph sz="quarter" idx="3"/>
          </p:nvPr>
        </p:nvSpPr>
        <p:spPr>
          <a:xfrm>
            <a:off x="6199718" y="3803650"/>
            <a:ext cx="5082116" cy="18748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dianummer 5"/>
          <p:cNvSpPr>
            <a:spLocks noGrp="1"/>
          </p:cNvSpPr>
          <p:nvPr>
            <p:ph type="sldNum" sz="quarter" idx="10"/>
          </p:nvPr>
        </p:nvSpPr>
        <p:spPr>
          <a:xfrm>
            <a:off x="205319" y="6500816"/>
            <a:ext cx="1341967" cy="320675"/>
          </a:xfrm>
        </p:spPr>
        <p:txBody>
          <a:bodyPr/>
          <a:lstStyle>
            <a:lvl1pPr>
              <a:defRPr/>
            </a:lvl1pPr>
          </a:lstStyle>
          <a:p>
            <a:fld id="{F57C0BE7-5362-4C37-9A01-5443D4BD82B6}" type="slidenum">
              <a:rPr lang="en-US" smtClean="0"/>
              <a:t>‹nr.›</a:t>
            </a:fld>
            <a:endParaRPr lang="en-US"/>
          </a:p>
        </p:txBody>
      </p:sp>
      <p:sp>
        <p:nvSpPr>
          <p:cNvPr id="7" name="Tijdelijke aanduiding voor voettekst 6"/>
          <p:cNvSpPr>
            <a:spLocks noGrp="1"/>
          </p:cNvSpPr>
          <p:nvPr>
            <p:ph type="ftr" sz="quarter" idx="11"/>
          </p:nvPr>
        </p:nvSpPr>
        <p:spPr>
          <a:xfrm>
            <a:off x="1725086" y="6510338"/>
            <a:ext cx="3026833" cy="304800"/>
          </a:xfrm>
        </p:spPr>
        <p:txBody>
          <a:bodyPr/>
          <a:lstStyle>
            <a:lvl1pPr>
              <a:defRPr/>
            </a:lvl1pPr>
          </a:lstStyle>
          <a:p>
            <a:endParaRPr lang="en-US"/>
          </a:p>
        </p:txBody>
      </p:sp>
    </p:spTree>
    <p:extLst>
      <p:ext uri="{BB962C8B-B14F-4D97-AF65-F5344CB8AC3E}">
        <p14:creationId xmlns:p14="http://schemas.microsoft.com/office/powerpoint/2010/main" val="536237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Titel, tekst en inhoud">
    <p:spTree>
      <p:nvGrpSpPr>
        <p:cNvPr id="1" name=""/>
        <p:cNvGrpSpPr/>
        <p:nvPr/>
      </p:nvGrpSpPr>
      <p:grpSpPr>
        <a:xfrm>
          <a:off x="0" y="0"/>
          <a:ext cx="0" cy="0"/>
          <a:chOff x="0" y="0"/>
          <a:chExt cx="0" cy="0"/>
        </a:xfrm>
      </p:grpSpPr>
      <p:sp>
        <p:nvSpPr>
          <p:cNvPr id="2" name="Titel 1"/>
          <p:cNvSpPr>
            <a:spLocks noGrp="1"/>
          </p:cNvSpPr>
          <p:nvPr>
            <p:ph type="title"/>
          </p:nvPr>
        </p:nvSpPr>
        <p:spPr>
          <a:xfrm>
            <a:off x="205319" y="871541"/>
            <a:ext cx="10993967" cy="498475"/>
          </a:xfrm>
        </p:spPr>
        <p:txBody>
          <a:bodyPr/>
          <a:lstStyle/>
          <a:p>
            <a:r>
              <a:rPr lang="nl-NL"/>
              <a:t>Klik om stijl te bewerken</a:t>
            </a:r>
            <a:endParaRPr lang="nl-BE"/>
          </a:p>
        </p:txBody>
      </p:sp>
      <p:sp>
        <p:nvSpPr>
          <p:cNvPr id="3" name="Tijdelijke aanduiding voor tekst 2"/>
          <p:cNvSpPr>
            <a:spLocks noGrp="1"/>
          </p:cNvSpPr>
          <p:nvPr>
            <p:ph type="body" sz="half" idx="1"/>
          </p:nvPr>
        </p:nvSpPr>
        <p:spPr>
          <a:xfrm>
            <a:off x="914400" y="1776415"/>
            <a:ext cx="5082117" cy="390207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99718" y="1776415"/>
            <a:ext cx="5082116" cy="390207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ianummer 4"/>
          <p:cNvSpPr>
            <a:spLocks noGrp="1"/>
          </p:cNvSpPr>
          <p:nvPr>
            <p:ph type="sldNum" sz="quarter" idx="10"/>
          </p:nvPr>
        </p:nvSpPr>
        <p:spPr>
          <a:xfrm>
            <a:off x="205319" y="6500816"/>
            <a:ext cx="1341967" cy="320675"/>
          </a:xfrm>
        </p:spPr>
        <p:txBody>
          <a:bodyPr/>
          <a:lstStyle>
            <a:lvl1pPr>
              <a:defRPr/>
            </a:lvl1pPr>
          </a:lstStyle>
          <a:p>
            <a:fld id="{F57C0BE7-5362-4C37-9A01-5443D4BD82B6}" type="slidenum">
              <a:rPr lang="en-US" smtClean="0"/>
              <a:t>‹nr.›</a:t>
            </a:fld>
            <a:endParaRPr lang="en-US"/>
          </a:p>
        </p:txBody>
      </p:sp>
      <p:sp>
        <p:nvSpPr>
          <p:cNvPr id="6" name="Tijdelijke aanduiding voor voettekst 5"/>
          <p:cNvSpPr>
            <a:spLocks noGrp="1"/>
          </p:cNvSpPr>
          <p:nvPr>
            <p:ph type="ftr" sz="quarter" idx="11"/>
          </p:nvPr>
        </p:nvSpPr>
        <p:spPr>
          <a:xfrm>
            <a:off x="1725086" y="6510338"/>
            <a:ext cx="3026833" cy="304800"/>
          </a:xfrm>
        </p:spPr>
        <p:txBody>
          <a:bodyPr/>
          <a:lstStyle>
            <a:lvl1pPr>
              <a:defRPr/>
            </a:lvl1pPr>
          </a:lstStyle>
          <a:p>
            <a:endParaRPr lang="en-US"/>
          </a:p>
        </p:txBody>
      </p:sp>
    </p:spTree>
    <p:extLst>
      <p:ext uri="{BB962C8B-B14F-4D97-AF65-F5344CB8AC3E}">
        <p14:creationId xmlns:p14="http://schemas.microsoft.com/office/powerpoint/2010/main" val="31190668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ianummer 3"/>
          <p:cNvSpPr>
            <a:spLocks noGrp="1"/>
          </p:cNvSpPr>
          <p:nvPr>
            <p:ph type="sldNum" sz="quarter" idx="10"/>
          </p:nvPr>
        </p:nvSpPr>
        <p:spPr/>
        <p:txBody>
          <a:bodyPr/>
          <a:lstStyle>
            <a:lvl1pPr>
              <a:defRPr/>
            </a:lvl1pPr>
          </a:lstStyle>
          <a:p>
            <a:fld id="{F57C0BE7-5362-4C37-9A01-5443D4BD82B6}" type="slidenum">
              <a:rPr lang="en-US" smtClean="0"/>
              <a:t>‹nr.›</a:t>
            </a:fld>
            <a:endParaRPr lang="en-US"/>
          </a:p>
        </p:txBody>
      </p:sp>
      <p:sp>
        <p:nvSpPr>
          <p:cNvPr id="5" name="Tijdelijke aanduiding voor voettekst 4"/>
          <p:cNvSpPr>
            <a:spLocks noGrp="1"/>
          </p:cNvSpPr>
          <p:nvPr>
            <p:ph type="ftr" sz="quarter" idx="11"/>
          </p:nvPr>
        </p:nvSpPr>
        <p:spPr/>
        <p:txBody>
          <a:bodyPr/>
          <a:lstStyle>
            <a:lvl1pPr>
              <a:defRPr/>
            </a:lvl1pPr>
          </a:lstStyle>
          <a:p>
            <a:endParaRPr lang="en-US"/>
          </a:p>
        </p:txBody>
      </p:sp>
      <p:sp>
        <p:nvSpPr>
          <p:cNvPr id="7" name="Titel 6"/>
          <p:cNvSpPr>
            <a:spLocks noGrp="1"/>
          </p:cNvSpPr>
          <p:nvPr>
            <p:ph type="title"/>
          </p:nvPr>
        </p:nvSpPr>
        <p:spPr/>
        <p:txBody>
          <a:bodyPr/>
          <a:lstStyle/>
          <a:p>
            <a:r>
              <a:rPr lang="nl-NL"/>
              <a:t>Klik om stijl te bewerken</a:t>
            </a:r>
          </a:p>
        </p:txBody>
      </p:sp>
    </p:spTree>
    <p:extLst>
      <p:ext uri="{BB962C8B-B14F-4D97-AF65-F5344CB8AC3E}">
        <p14:creationId xmlns:p14="http://schemas.microsoft.com/office/powerpoint/2010/main" val="237675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srcRect/>
          <a:stretch>
            <a:fillRect/>
          </a:stretch>
        </a:blip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D9744769-7645-4C6A-B762-5154AD074C9A}"/>
              </a:ext>
            </a:extLst>
          </p:cNvPr>
          <p:cNvSpPr/>
          <p:nvPr userDrawn="1"/>
        </p:nvSpPr>
        <p:spPr>
          <a:xfrm>
            <a:off x="0" y="5108865"/>
            <a:ext cx="12192000" cy="175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sz="3200"/>
          </a:p>
        </p:txBody>
      </p:sp>
      <p:grpSp>
        <p:nvGrpSpPr>
          <p:cNvPr id="8" name="Graphic 2">
            <a:extLst>
              <a:ext uri="{FF2B5EF4-FFF2-40B4-BE49-F238E27FC236}">
                <a16:creationId xmlns:a16="http://schemas.microsoft.com/office/drawing/2014/main" id="{89A4039B-5E3A-4AF0-B7D0-0C7EFBD6AA33}"/>
              </a:ext>
            </a:extLst>
          </p:cNvPr>
          <p:cNvGrpSpPr>
            <a:grpSpLocks noChangeAspect="1"/>
          </p:cNvGrpSpPr>
          <p:nvPr userDrawn="1"/>
        </p:nvGrpSpPr>
        <p:grpSpPr>
          <a:xfrm>
            <a:off x="10632302" y="6239883"/>
            <a:ext cx="1360025" cy="486645"/>
            <a:chOff x="-1597345" y="233060"/>
            <a:chExt cx="9980364" cy="3571175"/>
          </a:xfrm>
        </p:grpSpPr>
        <p:sp>
          <p:nvSpPr>
            <p:cNvPr id="9" name="Vrije vorm 78">
              <a:extLst>
                <a:ext uri="{FF2B5EF4-FFF2-40B4-BE49-F238E27FC236}">
                  <a16:creationId xmlns:a16="http://schemas.microsoft.com/office/drawing/2014/main" id="{B41EA337-1155-40C8-A33E-5EFA0F4B201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sz="3200"/>
            </a:p>
          </p:txBody>
        </p:sp>
        <p:sp>
          <p:nvSpPr>
            <p:cNvPr id="10" name="Vrije vorm 79">
              <a:extLst>
                <a:ext uri="{FF2B5EF4-FFF2-40B4-BE49-F238E27FC236}">
                  <a16:creationId xmlns:a16="http://schemas.microsoft.com/office/drawing/2014/main" id="{322AAD96-EE60-42DB-AAC5-651524D42DAF}"/>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sz="3200"/>
            </a:p>
          </p:txBody>
        </p:sp>
        <p:sp>
          <p:nvSpPr>
            <p:cNvPr id="11" name="Vrije vorm 80">
              <a:extLst>
                <a:ext uri="{FF2B5EF4-FFF2-40B4-BE49-F238E27FC236}">
                  <a16:creationId xmlns:a16="http://schemas.microsoft.com/office/drawing/2014/main" id="{1E27E8C4-27C6-4242-9D82-2DF27A3DF83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sz="3200"/>
            </a:p>
          </p:txBody>
        </p:sp>
        <p:grpSp>
          <p:nvGrpSpPr>
            <p:cNvPr id="12" name="Graphic 2">
              <a:extLst>
                <a:ext uri="{FF2B5EF4-FFF2-40B4-BE49-F238E27FC236}">
                  <a16:creationId xmlns:a16="http://schemas.microsoft.com/office/drawing/2014/main" id="{14660A2D-4137-4A7D-A346-25B022FFD833}"/>
                </a:ext>
              </a:extLst>
            </p:cNvPr>
            <p:cNvGrpSpPr/>
            <p:nvPr/>
          </p:nvGrpSpPr>
          <p:grpSpPr>
            <a:xfrm>
              <a:off x="184698" y="233060"/>
              <a:ext cx="8198320" cy="3571175"/>
              <a:chOff x="184698" y="233060"/>
              <a:chExt cx="8198320" cy="3571175"/>
            </a:xfrm>
          </p:grpSpPr>
          <p:sp>
            <p:nvSpPr>
              <p:cNvPr id="13" name="Vrije vorm 82">
                <a:extLst>
                  <a:ext uri="{FF2B5EF4-FFF2-40B4-BE49-F238E27FC236}">
                    <a16:creationId xmlns:a16="http://schemas.microsoft.com/office/drawing/2014/main" id="{A6617AD0-F767-47DB-9D21-FDBFE52FD5F7}"/>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sz="3200"/>
              </a:p>
            </p:txBody>
          </p:sp>
          <p:sp>
            <p:nvSpPr>
              <p:cNvPr id="14" name="Vrije vorm 83">
                <a:extLst>
                  <a:ext uri="{FF2B5EF4-FFF2-40B4-BE49-F238E27FC236}">
                    <a16:creationId xmlns:a16="http://schemas.microsoft.com/office/drawing/2014/main" id="{6A9CE644-E4A1-431A-BF2E-0AFF293F7A7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sz="3200"/>
              </a:p>
            </p:txBody>
          </p:sp>
          <p:sp>
            <p:nvSpPr>
              <p:cNvPr id="15" name="Vrije vorm 85">
                <a:extLst>
                  <a:ext uri="{FF2B5EF4-FFF2-40B4-BE49-F238E27FC236}">
                    <a16:creationId xmlns:a16="http://schemas.microsoft.com/office/drawing/2014/main" id="{3556C6A5-4C54-40F6-B1F1-A8EF8AA6413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sz="3200"/>
              </a:p>
            </p:txBody>
          </p:sp>
          <p:sp>
            <p:nvSpPr>
              <p:cNvPr id="16" name="Vrije vorm 86">
                <a:extLst>
                  <a:ext uri="{FF2B5EF4-FFF2-40B4-BE49-F238E27FC236}">
                    <a16:creationId xmlns:a16="http://schemas.microsoft.com/office/drawing/2014/main" id="{99B02C0C-8CB6-4A81-9A4F-0D937AB18D2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sz="3200"/>
              </a:p>
            </p:txBody>
          </p:sp>
          <p:sp>
            <p:nvSpPr>
              <p:cNvPr id="17" name="Vrije vorm 87">
                <a:extLst>
                  <a:ext uri="{FF2B5EF4-FFF2-40B4-BE49-F238E27FC236}">
                    <a16:creationId xmlns:a16="http://schemas.microsoft.com/office/drawing/2014/main" id="{BCB7A8CC-479C-4069-AA36-A6B7121BD2D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sz="3200"/>
              </a:p>
            </p:txBody>
          </p:sp>
          <p:sp>
            <p:nvSpPr>
              <p:cNvPr id="18" name="Vrije vorm 88">
                <a:extLst>
                  <a:ext uri="{FF2B5EF4-FFF2-40B4-BE49-F238E27FC236}">
                    <a16:creationId xmlns:a16="http://schemas.microsoft.com/office/drawing/2014/main" id="{9EEF9085-A524-4B10-9FB4-04DC327089B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sz="3200"/>
              </a:p>
            </p:txBody>
          </p:sp>
          <p:sp>
            <p:nvSpPr>
              <p:cNvPr id="19" name="Vrije vorm 89">
                <a:extLst>
                  <a:ext uri="{FF2B5EF4-FFF2-40B4-BE49-F238E27FC236}">
                    <a16:creationId xmlns:a16="http://schemas.microsoft.com/office/drawing/2014/main" id="{35672EED-A3BA-4B91-B63F-6C3F26622C8A}"/>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sz="3200"/>
              </a:p>
            </p:txBody>
          </p:sp>
          <p:sp>
            <p:nvSpPr>
              <p:cNvPr id="20" name="Vrije vorm 90">
                <a:extLst>
                  <a:ext uri="{FF2B5EF4-FFF2-40B4-BE49-F238E27FC236}">
                    <a16:creationId xmlns:a16="http://schemas.microsoft.com/office/drawing/2014/main" id="{336125E9-638C-4504-A108-DC4CA9CE398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sz="3200"/>
              </a:p>
            </p:txBody>
          </p:sp>
          <p:sp>
            <p:nvSpPr>
              <p:cNvPr id="21" name="Vrije vorm 91">
                <a:extLst>
                  <a:ext uri="{FF2B5EF4-FFF2-40B4-BE49-F238E27FC236}">
                    <a16:creationId xmlns:a16="http://schemas.microsoft.com/office/drawing/2014/main" id="{BCFB1378-95F6-41F3-BAD0-0B43DC93C53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sz="3200"/>
              </a:p>
            </p:txBody>
          </p:sp>
          <p:sp>
            <p:nvSpPr>
              <p:cNvPr id="22" name="Vrije vorm 92">
                <a:extLst>
                  <a:ext uri="{FF2B5EF4-FFF2-40B4-BE49-F238E27FC236}">
                    <a16:creationId xmlns:a16="http://schemas.microsoft.com/office/drawing/2014/main" id="{83EACA58-0322-447D-85FE-59D058FCA6F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sz="3200"/>
              </a:p>
            </p:txBody>
          </p:sp>
          <p:sp>
            <p:nvSpPr>
              <p:cNvPr id="23" name="Vrije vorm 93">
                <a:extLst>
                  <a:ext uri="{FF2B5EF4-FFF2-40B4-BE49-F238E27FC236}">
                    <a16:creationId xmlns:a16="http://schemas.microsoft.com/office/drawing/2014/main" id="{E0332232-13F5-4473-8DEC-CF7509BDC8DF}"/>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sz="3200"/>
              </a:p>
            </p:txBody>
          </p:sp>
          <p:sp>
            <p:nvSpPr>
              <p:cNvPr id="24" name="Vrije vorm 94">
                <a:extLst>
                  <a:ext uri="{FF2B5EF4-FFF2-40B4-BE49-F238E27FC236}">
                    <a16:creationId xmlns:a16="http://schemas.microsoft.com/office/drawing/2014/main" id="{B4654FB4-1222-43B6-BF87-EAAA0311600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sz="3200"/>
              </a:p>
            </p:txBody>
          </p:sp>
          <p:sp>
            <p:nvSpPr>
              <p:cNvPr id="25" name="Vrije vorm 95">
                <a:extLst>
                  <a:ext uri="{FF2B5EF4-FFF2-40B4-BE49-F238E27FC236}">
                    <a16:creationId xmlns:a16="http://schemas.microsoft.com/office/drawing/2014/main" id="{6624F25C-CADC-4113-8559-8B8F57F5703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sz="3200"/>
              </a:p>
            </p:txBody>
          </p:sp>
        </p:grpSp>
      </p:grpSp>
      <p:sp>
        <p:nvSpPr>
          <p:cNvPr id="2" name="Tijdelijke aanduiding voor titel 1"/>
          <p:cNvSpPr>
            <a:spLocks noGrp="1"/>
          </p:cNvSpPr>
          <p:nvPr>
            <p:ph type="title"/>
          </p:nvPr>
        </p:nvSpPr>
        <p:spPr>
          <a:xfrm>
            <a:off x="609600" y="274639"/>
            <a:ext cx="10972800" cy="1143000"/>
          </a:xfrm>
          <a:prstGeom prst="rect">
            <a:avLst/>
          </a:prstGeom>
        </p:spPr>
        <p:txBody>
          <a:bodyPr vert="horz" lIns="91440" tIns="45720" rIns="91440" bIns="45720" rtlCol="0" anchor="t">
            <a:normAutofit/>
          </a:bodyPr>
          <a:lstStyle/>
          <a:p>
            <a:r>
              <a:rPr lang="nl-BE"/>
              <a:t>Titelstijl van model bewerken</a:t>
            </a:r>
            <a:endParaRPr lang="nl-NL"/>
          </a:p>
        </p:txBody>
      </p:sp>
      <p:sp>
        <p:nvSpPr>
          <p:cNvPr id="3" name="Tijdelijke aanduiding voor tekst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lang="nl-BE" dirty="0"/>
              <a:t>Klik om de tekststijl van het model te bewerken</a:t>
            </a:r>
          </a:p>
          <a:p>
            <a:pPr lvl="1"/>
            <a:r>
              <a:rPr lang="nl-BE" dirty="0"/>
              <a:t>Tweede niveau</a:t>
            </a:r>
          </a:p>
          <a:p>
            <a:pPr lvl="2"/>
            <a:r>
              <a:rPr lang="nl-BE" dirty="0"/>
              <a:t>Derde niveau</a:t>
            </a:r>
          </a:p>
          <a:p>
            <a:pPr lvl="3"/>
            <a:r>
              <a:rPr lang="nl-BE" dirty="0"/>
              <a:t>Vierde niveau</a:t>
            </a:r>
          </a:p>
          <a:p>
            <a:pPr lvl="4"/>
            <a:r>
              <a:rPr lang="nl-BE" dirty="0"/>
              <a:t>Vijfde niveau</a:t>
            </a:r>
            <a:endParaRPr lang="nl-NL" dirty="0"/>
          </a:p>
        </p:txBody>
      </p:sp>
      <p:sp>
        <p:nvSpPr>
          <p:cNvPr id="4" name="Tijdelijke aanduiding voor datum 3"/>
          <p:cNvSpPr>
            <a:spLocks noGrp="1"/>
          </p:cNvSpPr>
          <p:nvPr>
            <p:ph type="dt" sz="half" idx="2"/>
          </p:nvPr>
        </p:nvSpPr>
        <p:spPr>
          <a:xfrm>
            <a:off x="1339276" y="6437175"/>
            <a:ext cx="1930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1086368-59CF-40AC-BA11-5601EC3D3C16}" type="datetimeFigureOut">
              <a:rPr lang="en-US" smtClean="0"/>
              <a:t>11/15/25</a:t>
            </a:fld>
            <a:endParaRPr lang="en-US"/>
          </a:p>
        </p:txBody>
      </p:sp>
      <p:sp>
        <p:nvSpPr>
          <p:cNvPr id="5" name="Tijdelijke aanduiding voor voettekst 4"/>
          <p:cNvSpPr>
            <a:spLocks noGrp="1"/>
          </p:cNvSpPr>
          <p:nvPr>
            <p:ph type="ftr" sz="quarter" idx="3"/>
          </p:nvPr>
        </p:nvSpPr>
        <p:spPr>
          <a:xfrm>
            <a:off x="3383588" y="6437175"/>
            <a:ext cx="3860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Tijdelijke aanduiding voor dianummer 5"/>
          <p:cNvSpPr>
            <a:spLocks noGrp="1"/>
          </p:cNvSpPr>
          <p:nvPr>
            <p:ph type="sldNum" sz="quarter" idx="4"/>
          </p:nvPr>
        </p:nvSpPr>
        <p:spPr>
          <a:xfrm>
            <a:off x="594208" y="6437754"/>
            <a:ext cx="64500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57C0BE7-5362-4C37-9A01-5443D4BD82B6}" type="slidenum">
              <a:rPr lang="en-US" smtClean="0"/>
              <a:t>‹nr.›</a:t>
            </a:fld>
            <a:endParaRPr lang="en-US"/>
          </a:p>
        </p:txBody>
      </p:sp>
    </p:spTree>
    <p:extLst>
      <p:ext uri="{BB962C8B-B14F-4D97-AF65-F5344CB8AC3E}">
        <p14:creationId xmlns:p14="http://schemas.microsoft.com/office/powerpoint/2010/main" val="3402597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9"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Lst>
  <p:txStyles>
    <p:titleStyle>
      <a:lvl1pPr algn="l" defTabSz="342900" rtl="0" eaLnBrk="1" latinLnBrk="0" hangingPunct="1">
        <a:spcBef>
          <a:spcPct val="0"/>
        </a:spcBef>
        <a:buNone/>
        <a:defRPr sz="32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2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2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22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22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22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nl-NL"/>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youtube.com/watch?v=HHFuTpVvRCI&amp;t=13s"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1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python.arnevandenbussche.be/" TargetMode="External"/><Relationship Id="rId2" Type="http://schemas.openxmlformats.org/officeDocument/2006/relationships/hyperlink" Target="https://docs.python.org/3/tutorial/index.html"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s://code.visualstudio.com/"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nl-NL" sz="4800" dirty="0"/>
              <a:t>Introductie Python</a:t>
            </a:r>
          </a:p>
        </p:txBody>
      </p:sp>
      <p:sp>
        <p:nvSpPr>
          <p:cNvPr id="3" name="Subtitel 2"/>
          <p:cNvSpPr>
            <a:spLocks noGrp="1"/>
          </p:cNvSpPr>
          <p:nvPr>
            <p:ph type="subTitle" idx="1"/>
          </p:nvPr>
        </p:nvSpPr>
        <p:spPr/>
        <p:txBody>
          <a:bodyPr vert="horz" lIns="91440" tIns="45720" rIns="91440" bIns="45720" rtlCol="0" anchor="t">
            <a:normAutofit/>
          </a:bodyPr>
          <a:lstStyle/>
          <a:p>
            <a:endParaRPr lang="nl-BE" dirty="0">
              <a:solidFill>
                <a:srgbClr val="222222"/>
              </a:solidFill>
              <a:latin typeface="Arial" panose="020B0604020202020204" pitchFamily="34" charset="0"/>
              <a:cs typeface="Calibri"/>
            </a:endParaRPr>
          </a:p>
        </p:txBody>
      </p:sp>
      <p:sp>
        <p:nvSpPr>
          <p:cNvPr id="4" name="Ondertitel 2"/>
          <p:cNvSpPr txBox="1">
            <a:spLocks/>
          </p:cNvSpPr>
          <p:nvPr/>
        </p:nvSpPr>
        <p:spPr>
          <a:xfrm>
            <a:off x="2207568" y="5589240"/>
            <a:ext cx="7086600" cy="1059904"/>
          </a:xfrm>
          <a:prstGeom prst="rect">
            <a:avLst/>
          </a:prstGeom>
        </p:spPr>
        <p:txBody>
          <a:bodyPr vert="horz" lIns="91440" tIns="45720" rIns="91440" bIns="45720" rtlCol="0">
            <a:normAutofit/>
          </a:bodyPr>
          <a:lstStyle>
            <a:lvl1pPr marL="0" indent="0" algn="l" defTabSz="457200" rtl="0" eaLnBrk="1" latinLnBrk="0" hangingPunct="1">
              <a:spcBef>
                <a:spcPct val="20000"/>
              </a:spcBef>
              <a:buFont typeface="Arial"/>
              <a:buNone/>
              <a:defRPr sz="2400" kern="1200">
                <a:solidFill>
                  <a:srgbClr val="FFFFFF"/>
                </a:solidFill>
                <a:latin typeface="+mn-lt"/>
                <a:ea typeface="+mn-ea"/>
                <a:cs typeface="+mn-cs"/>
              </a:defRPr>
            </a:lvl1pPr>
            <a:lvl2pPr marL="4572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nl-BE" sz="2000" dirty="0">
              <a:solidFill>
                <a:schemeClr val="tx1">
                  <a:lumMod val="85000"/>
                  <a:lumOff val="15000"/>
                </a:schemeClr>
              </a:solidFill>
            </a:endParaRPr>
          </a:p>
        </p:txBody>
      </p:sp>
    </p:spTree>
    <p:extLst>
      <p:ext uri="{BB962C8B-B14F-4D97-AF65-F5344CB8AC3E}">
        <p14:creationId xmlns:p14="http://schemas.microsoft.com/office/powerpoint/2010/main" val="211690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nty Python's Flying Circus - Série (1969) - SensCritique">
            <a:hlinkClick r:id="rId2"/>
            <a:extLst>
              <a:ext uri="{FF2B5EF4-FFF2-40B4-BE49-F238E27FC236}">
                <a16:creationId xmlns:a16="http://schemas.microsoft.com/office/drawing/2014/main" id="{0F25B64E-F456-BC06-48D0-D6939A6B0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17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10 Best Monty Python’s Flying Circus Skits &amp; Sketches, Ranked">
            <a:extLst>
              <a:ext uri="{FF2B5EF4-FFF2-40B4-BE49-F238E27FC236}">
                <a16:creationId xmlns:a16="http://schemas.microsoft.com/office/drawing/2014/main" id="{07EDA218-E400-F698-EA2A-531A24DD9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1325"/>
            <a:ext cx="12192000" cy="641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74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9504C7-0AF7-8617-45BD-DC2CD10BF7B3}"/>
              </a:ext>
            </a:extLst>
          </p:cNvPr>
          <p:cNvSpPr>
            <a:spLocks noGrp="1"/>
          </p:cNvSpPr>
          <p:nvPr>
            <p:ph type="ctrTitle"/>
          </p:nvPr>
        </p:nvSpPr>
        <p:spPr/>
        <p:txBody>
          <a:bodyPr/>
          <a:lstStyle/>
          <a:p>
            <a:r>
              <a:rPr lang="nl-BE" dirty="0"/>
              <a:t>Wat zijn de meest populaire programmeertalen in 2025?</a:t>
            </a:r>
          </a:p>
        </p:txBody>
      </p:sp>
    </p:spTree>
    <p:extLst>
      <p:ext uri="{BB962C8B-B14F-4D97-AF65-F5344CB8AC3E}">
        <p14:creationId xmlns:p14="http://schemas.microsoft.com/office/powerpoint/2010/main" val="208882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6718-B820-C9FA-FB53-9C420533969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716AB16-4505-DB6C-062E-8E1E47239962}"/>
              </a:ext>
            </a:extLst>
          </p:cNvPr>
          <p:cNvSpPr>
            <a:spLocks noGrp="1"/>
          </p:cNvSpPr>
          <p:nvPr>
            <p:ph type="title"/>
          </p:nvPr>
        </p:nvSpPr>
        <p:spPr/>
        <p:txBody>
          <a:bodyPr/>
          <a:lstStyle/>
          <a:p>
            <a:r>
              <a:rPr lang="nl-BE" dirty="0"/>
              <a:t>Meest populaire programmertalen in 2025</a:t>
            </a:r>
          </a:p>
        </p:txBody>
      </p:sp>
      <p:sp>
        <p:nvSpPr>
          <p:cNvPr id="4" name="Tijdelijke aanduiding voor dianummer 3">
            <a:extLst>
              <a:ext uri="{FF2B5EF4-FFF2-40B4-BE49-F238E27FC236}">
                <a16:creationId xmlns:a16="http://schemas.microsoft.com/office/drawing/2014/main" id="{6B77A67C-77E8-F154-ADC9-BD6D582A8A5C}"/>
              </a:ext>
            </a:extLst>
          </p:cNvPr>
          <p:cNvSpPr>
            <a:spLocks noGrp="1"/>
          </p:cNvSpPr>
          <p:nvPr>
            <p:ph type="sldNum" sz="quarter" idx="12"/>
          </p:nvPr>
        </p:nvSpPr>
        <p:spPr/>
        <p:txBody>
          <a:bodyPr/>
          <a:lstStyle/>
          <a:p>
            <a:fld id="{411037B4-A89D-CC40-B413-6D23EBCB895F}" type="slidenum">
              <a:rPr lang="nl-NL" smtClean="0">
                <a:uFillTx/>
              </a:rPr>
              <a:t>5</a:t>
            </a:fld>
            <a:endParaRPr lang="nl-NL">
              <a:uFillTx/>
            </a:endParaRPr>
          </a:p>
        </p:txBody>
      </p:sp>
      <p:pic>
        <p:nvPicPr>
          <p:cNvPr id="5" name="Picture 2">
            <a:extLst>
              <a:ext uri="{FF2B5EF4-FFF2-40B4-BE49-F238E27FC236}">
                <a16:creationId xmlns:a16="http://schemas.microsoft.com/office/drawing/2014/main" id="{98842AE4-A511-3909-9A85-39221350400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73415" y="1600204"/>
            <a:ext cx="4811169" cy="161892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Logo Javascript">
            <a:extLst>
              <a:ext uri="{FF2B5EF4-FFF2-40B4-BE49-F238E27FC236}">
                <a16:creationId xmlns:a16="http://schemas.microsoft.com/office/drawing/2014/main" id="{AB256F95-2173-EB8F-6555-BED99E89B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710" y="2972749"/>
            <a:ext cx="3714808" cy="273809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Java Logo, symbol, meaning, history, PNG, brand">
            <a:extLst>
              <a:ext uri="{FF2B5EF4-FFF2-40B4-BE49-F238E27FC236}">
                <a16:creationId xmlns:a16="http://schemas.microsoft.com/office/drawing/2014/main" id="{5C2F2244-0A2F-EFE8-1D6D-D5E5C58021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4633" y="1600205"/>
            <a:ext cx="2223644" cy="12508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 static code analysis – J-M’s ‘lab notebook’">
            <a:extLst>
              <a:ext uri="{FF2B5EF4-FFF2-40B4-BE49-F238E27FC236}">
                <a16:creationId xmlns:a16="http://schemas.microsoft.com/office/drawing/2014/main" id="{B9B51A91-A31F-601A-21A7-86E279FBBC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4633" y="3214345"/>
            <a:ext cx="2342136" cy="117106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Serengeti Jade's Portfolio">
            <a:extLst>
              <a:ext uri="{FF2B5EF4-FFF2-40B4-BE49-F238E27FC236}">
                <a16:creationId xmlns:a16="http://schemas.microsoft.com/office/drawing/2014/main" id="{413C6061-995B-A7D6-2F5E-B0B2DBF494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1213" y="4697717"/>
            <a:ext cx="1352921" cy="1352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587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84BB0975-D118-4054-B419-93AC0D4E2854}"/>
              </a:ext>
            </a:extLst>
          </p:cNvPr>
          <p:cNvSpPr>
            <a:spLocks noGrp="1"/>
          </p:cNvSpPr>
          <p:nvPr>
            <p:ph idx="1"/>
          </p:nvPr>
        </p:nvSpPr>
        <p:spPr>
          <a:xfrm>
            <a:off x="4655127" y="1600202"/>
            <a:ext cx="6517178" cy="4235334"/>
          </a:xfrm>
        </p:spPr>
        <p:txBody>
          <a:bodyPr>
            <a:normAutofit/>
          </a:bodyPr>
          <a:lstStyle/>
          <a:p>
            <a:r>
              <a:rPr lang="nl-BE" dirty="0"/>
              <a:t>Nederlandse computerwetenschapper</a:t>
            </a:r>
          </a:p>
          <a:p>
            <a:r>
              <a:rPr lang="nl-BE" dirty="0"/>
              <a:t>Eerste versie in 1989-1990</a:t>
            </a:r>
          </a:p>
          <a:p>
            <a:r>
              <a:rPr lang="nl-BE" dirty="0"/>
              <a:t>Genoemd naarPython’s Flying Circus</a:t>
            </a:r>
          </a:p>
          <a:p>
            <a:r>
              <a:rPr lang="nl-BE" dirty="0"/>
              <a:t>Had nood aan een scripttaal die eenvoudig, leesbaar en toch krachtig was.</a:t>
            </a:r>
          </a:p>
          <a:p>
            <a:r>
              <a:rPr lang="nl-BE" dirty="0"/>
              <a:t>Hobbyprojectje tijdens kerstvakantie.</a:t>
            </a:r>
          </a:p>
          <a:p>
            <a:r>
              <a:rPr lang="nl-BE" dirty="0"/>
              <a:t>Gebaseerd op een andere taal ABC.</a:t>
            </a:r>
          </a:p>
          <a:p>
            <a:r>
              <a:rPr lang="nl-BE" dirty="0"/>
              <a:t>Benevolent dictator for life</a:t>
            </a:r>
          </a:p>
        </p:txBody>
      </p:sp>
      <p:sp>
        <p:nvSpPr>
          <p:cNvPr id="3" name="Titel 2">
            <a:extLst>
              <a:ext uri="{FF2B5EF4-FFF2-40B4-BE49-F238E27FC236}">
                <a16:creationId xmlns:a16="http://schemas.microsoft.com/office/drawing/2014/main" id="{A4155CF5-0EED-457E-9276-E7B0E511F6CA}"/>
              </a:ext>
            </a:extLst>
          </p:cNvPr>
          <p:cNvSpPr>
            <a:spLocks noGrp="1"/>
          </p:cNvSpPr>
          <p:nvPr>
            <p:ph type="title"/>
          </p:nvPr>
        </p:nvSpPr>
        <p:spPr/>
        <p:txBody>
          <a:bodyPr/>
          <a:lstStyle/>
          <a:p>
            <a:r>
              <a:rPr lang="nl-BE" dirty="0"/>
              <a:t>Wie ontwierp Python?</a:t>
            </a:r>
          </a:p>
        </p:txBody>
      </p:sp>
      <p:sp>
        <p:nvSpPr>
          <p:cNvPr id="4" name="Tijdelijke aanduiding voor dianummer 3">
            <a:extLst>
              <a:ext uri="{FF2B5EF4-FFF2-40B4-BE49-F238E27FC236}">
                <a16:creationId xmlns:a16="http://schemas.microsoft.com/office/drawing/2014/main" id="{066A4586-55E7-4A13-8C81-8BC823AD1821}"/>
              </a:ext>
            </a:extLst>
          </p:cNvPr>
          <p:cNvSpPr>
            <a:spLocks noGrp="1"/>
          </p:cNvSpPr>
          <p:nvPr>
            <p:ph type="sldNum" sz="quarter" idx="12"/>
          </p:nvPr>
        </p:nvSpPr>
        <p:spPr/>
        <p:txBody>
          <a:bodyPr/>
          <a:lstStyle/>
          <a:p>
            <a:fld id="{411037B4-A89D-CC40-B413-6D23EBCB895F}" type="slidenum">
              <a:rPr lang="nl-NL" smtClean="0">
                <a:uFillTx/>
              </a:rPr>
              <a:t>6</a:t>
            </a:fld>
            <a:endParaRPr lang="nl-NL">
              <a:uFillTx/>
            </a:endParaRPr>
          </a:p>
        </p:txBody>
      </p:sp>
      <p:pic>
        <p:nvPicPr>
          <p:cNvPr id="6" name="Afbeelding 5">
            <a:extLst>
              <a:ext uri="{FF2B5EF4-FFF2-40B4-BE49-F238E27FC236}">
                <a16:creationId xmlns:a16="http://schemas.microsoft.com/office/drawing/2014/main" id="{0BF5DFF5-5EF2-48FD-BFE1-BF86BB4FB8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6710" y="1600202"/>
            <a:ext cx="3604129" cy="3843049"/>
          </a:xfrm>
          <a:prstGeom prst="rect">
            <a:avLst/>
          </a:prstGeom>
        </p:spPr>
      </p:pic>
    </p:spTree>
    <p:extLst>
      <p:ext uri="{BB962C8B-B14F-4D97-AF65-F5344CB8AC3E}">
        <p14:creationId xmlns:p14="http://schemas.microsoft.com/office/powerpoint/2010/main" val="2412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Tijdelijke aanduiding voor inhoud 4">
            <a:extLst>
              <a:ext uri="{FF2B5EF4-FFF2-40B4-BE49-F238E27FC236}">
                <a16:creationId xmlns:a16="http://schemas.microsoft.com/office/drawing/2014/main" id="{33643D42-8F7C-476F-83E4-2BD37F093488}"/>
              </a:ext>
            </a:extLst>
          </p:cNvPr>
          <p:cNvPicPr>
            <a:picLocks noGrp="1" noChangeAspect="1"/>
          </p:cNvPicPr>
          <p:nvPr>
            <p:ph idx="1"/>
          </p:nvPr>
        </p:nvPicPr>
        <p:blipFill>
          <a:blip r:embed="rId2"/>
          <a:stretch>
            <a:fillRect/>
          </a:stretch>
        </p:blipFill>
        <p:spPr>
          <a:xfrm>
            <a:off x="3886200" y="1681956"/>
            <a:ext cx="4419600" cy="4362450"/>
          </a:xfrm>
        </p:spPr>
      </p:pic>
      <p:sp>
        <p:nvSpPr>
          <p:cNvPr id="3" name="Titel 2">
            <a:extLst>
              <a:ext uri="{FF2B5EF4-FFF2-40B4-BE49-F238E27FC236}">
                <a16:creationId xmlns:a16="http://schemas.microsoft.com/office/drawing/2014/main" id="{1D54EA4D-D4D3-4BE5-BB3B-7CC2E5D4DA94}"/>
              </a:ext>
            </a:extLst>
          </p:cNvPr>
          <p:cNvSpPr>
            <a:spLocks noGrp="1"/>
          </p:cNvSpPr>
          <p:nvPr>
            <p:ph type="title"/>
          </p:nvPr>
        </p:nvSpPr>
        <p:spPr/>
        <p:txBody>
          <a:bodyPr/>
          <a:lstStyle/>
          <a:p>
            <a:r>
              <a:rPr lang="nl-BE" dirty="0"/>
              <a:t>Python</a:t>
            </a:r>
          </a:p>
        </p:txBody>
      </p:sp>
      <p:sp>
        <p:nvSpPr>
          <p:cNvPr id="7" name="Tijdelijke aanduiding voor dianummer 6">
            <a:extLst>
              <a:ext uri="{FF2B5EF4-FFF2-40B4-BE49-F238E27FC236}">
                <a16:creationId xmlns:a16="http://schemas.microsoft.com/office/drawing/2014/main" id="{69DF2648-6107-4F0A-9CD1-5B3934131069}"/>
              </a:ext>
            </a:extLst>
          </p:cNvPr>
          <p:cNvSpPr>
            <a:spLocks noGrp="1"/>
          </p:cNvSpPr>
          <p:nvPr>
            <p:ph type="sldNum" sz="quarter" idx="12"/>
          </p:nvPr>
        </p:nvSpPr>
        <p:spPr/>
        <p:txBody>
          <a:bodyPr/>
          <a:lstStyle/>
          <a:p>
            <a:fld id="{411037B4-A89D-CC40-B413-6D23EBCB895F}" type="slidenum">
              <a:rPr lang="nl-NL" smtClean="0">
                <a:uFillTx/>
              </a:rPr>
              <a:t>7</a:t>
            </a:fld>
            <a:endParaRPr lang="nl-NL">
              <a:uFillTx/>
            </a:endParaRPr>
          </a:p>
        </p:txBody>
      </p:sp>
    </p:spTree>
    <p:extLst>
      <p:ext uri="{BB962C8B-B14F-4D97-AF65-F5344CB8AC3E}">
        <p14:creationId xmlns:p14="http://schemas.microsoft.com/office/powerpoint/2010/main" val="221573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8BE7A1B9-1DF3-4BFE-BBE9-6DC2562C5A9B}"/>
              </a:ext>
            </a:extLst>
          </p:cNvPr>
          <p:cNvSpPr>
            <a:spLocks noGrp="1"/>
          </p:cNvSpPr>
          <p:nvPr>
            <p:ph idx="1"/>
          </p:nvPr>
        </p:nvSpPr>
        <p:spPr>
          <a:xfrm>
            <a:off x="1981200" y="1625253"/>
            <a:ext cx="8229600" cy="4525963"/>
          </a:xfrm>
        </p:spPr>
        <p:txBody>
          <a:bodyPr>
            <a:normAutofit lnSpcReduction="10000"/>
          </a:bodyPr>
          <a:lstStyle/>
          <a:p>
            <a:r>
              <a:rPr lang="nl-BE" dirty="0"/>
              <a:t>Internet Services</a:t>
            </a:r>
          </a:p>
          <a:p>
            <a:r>
              <a:rPr lang="nl-BE" dirty="0"/>
              <a:t>Server Automation</a:t>
            </a:r>
          </a:p>
          <a:p>
            <a:r>
              <a:rPr lang="nl-BE" dirty="0" err="1"/>
              <a:t>Devops</a:t>
            </a:r>
            <a:endParaRPr lang="nl-BE" dirty="0"/>
          </a:p>
          <a:p>
            <a:r>
              <a:rPr lang="nl-BE" dirty="0"/>
              <a:t>Data </a:t>
            </a:r>
            <a:r>
              <a:rPr lang="nl-BE" dirty="0" err="1"/>
              <a:t>Science</a:t>
            </a:r>
            <a:endParaRPr lang="nl-BE" dirty="0"/>
          </a:p>
          <a:p>
            <a:r>
              <a:rPr lang="nl-BE" dirty="0"/>
              <a:t>Machine Learning</a:t>
            </a:r>
          </a:p>
          <a:p>
            <a:r>
              <a:rPr lang="nl-BE" dirty="0" err="1"/>
              <a:t>Scientific</a:t>
            </a:r>
            <a:r>
              <a:rPr lang="nl-BE" dirty="0"/>
              <a:t> computing</a:t>
            </a:r>
          </a:p>
          <a:p>
            <a:r>
              <a:rPr lang="nl-BE" dirty="0"/>
              <a:t>Web Development</a:t>
            </a:r>
          </a:p>
          <a:p>
            <a:r>
              <a:rPr lang="nl-BE" dirty="0"/>
              <a:t>Game Development</a:t>
            </a:r>
          </a:p>
          <a:p>
            <a:r>
              <a:rPr lang="nl-BE" dirty="0"/>
              <a:t>Business Applications</a:t>
            </a:r>
          </a:p>
          <a:p>
            <a:r>
              <a:rPr lang="nl-BE" dirty="0"/>
              <a:t>Web </a:t>
            </a:r>
            <a:r>
              <a:rPr lang="nl-BE" dirty="0" err="1"/>
              <a:t>Scraping</a:t>
            </a:r>
            <a:endParaRPr lang="nl-BE" dirty="0"/>
          </a:p>
          <a:p>
            <a:r>
              <a:rPr lang="nl-BE" dirty="0" err="1"/>
              <a:t>Hacking</a:t>
            </a:r>
            <a:endParaRPr lang="nl-BE" dirty="0"/>
          </a:p>
          <a:p>
            <a:r>
              <a:rPr lang="nl-BE" dirty="0"/>
              <a:t>…</a:t>
            </a:r>
          </a:p>
        </p:txBody>
      </p:sp>
      <p:sp>
        <p:nvSpPr>
          <p:cNvPr id="3" name="Titel 2">
            <a:extLst>
              <a:ext uri="{FF2B5EF4-FFF2-40B4-BE49-F238E27FC236}">
                <a16:creationId xmlns:a16="http://schemas.microsoft.com/office/drawing/2014/main" id="{B6603150-6BA4-405A-96D1-4E7DEABF34C1}"/>
              </a:ext>
            </a:extLst>
          </p:cNvPr>
          <p:cNvSpPr>
            <a:spLocks noGrp="1"/>
          </p:cNvSpPr>
          <p:nvPr>
            <p:ph type="title"/>
          </p:nvPr>
        </p:nvSpPr>
        <p:spPr/>
        <p:txBody>
          <a:bodyPr/>
          <a:lstStyle/>
          <a:p>
            <a:r>
              <a:rPr lang="nl-BE" dirty="0"/>
              <a:t>Waarvoor wordt Python gebruikt?</a:t>
            </a:r>
          </a:p>
        </p:txBody>
      </p:sp>
      <p:pic>
        <p:nvPicPr>
          <p:cNvPr id="11" name="Afbeelding 10">
            <a:extLst>
              <a:ext uri="{FF2B5EF4-FFF2-40B4-BE49-F238E27FC236}">
                <a16:creationId xmlns:a16="http://schemas.microsoft.com/office/drawing/2014/main" id="{2041E4D5-8D55-44AD-81F9-AA78B1B895F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096001" y="1861491"/>
            <a:ext cx="2603101" cy="2669507"/>
          </a:xfrm>
          <a:prstGeom prst="rect">
            <a:avLst/>
          </a:prstGeom>
        </p:spPr>
      </p:pic>
      <p:sp>
        <p:nvSpPr>
          <p:cNvPr id="14" name="Tijdelijke aanduiding voor dianummer 13">
            <a:extLst>
              <a:ext uri="{FF2B5EF4-FFF2-40B4-BE49-F238E27FC236}">
                <a16:creationId xmlns:a16="http://schemas.microsoft.com/office/drawing/2014/main" id="{3644853F-E19B-4F9E-9EDF-B0CE0AEB1224}"/>
              </a:ext>
            </a:extLst>
          </p:cNvPr>
          <p:cNvSpPr>
            <a:spLocks noGrp="1"/>
          </p:cNvSpPr>
          <p:nvPr>
            <p:ph type="sldNum" sz="quarter" idx="12"/>
          </p:nvPr>
        </p:nvSpPr>
        <p:spPr/>
        <p:txBody>
          <a:bodyPr/>
          <a:lstStyle/>
          <a:p>
            <a:fld id="{411037B4-A89D-CC40-B413-6D23EBCB895F}" type="slidenum">
              <a:rPr lang="nl-NL" smtClean="0">
                <a:uFillTx/>
              </a:rPr>
              <a:t>8</a:t>
            </a:fld>
            <a:endParaRPr lang="nl-NL">
              <a:uFillTx/>
            </a:endParaRPr>
          </a:p>
        </p:txBody>
      </p:sp>
    </p:spTree>
    <p:extLst>
      <p:ext uri="{BB962C8B-B14F-4D97-AF65-F5344CB8AC3E}">
        <p14:creationId xmlns:p14="http://schemas.microsoft.com/office/powerpoint/2010/main" val="3718105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09181-F13A-5CCA-F90B-31A94B9D0247}"/>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C2A8BE5-F109-3D1D-1BC1-4758CC2DA5A5}"/>
              </a:ext>
            </a:extLst>
          </p:cNvPr>
          <p:cNvSpPr>
            <a:spLocks noGrp="1"/>
          </p:cNvSpPr>
          <p:nvPr>
            <p:ph type="title"/>
          </p:nvPr>
        </p:nvSpPr>
        <p:spPr/>
        <p:txBody>
          <a:bodyPr/>
          <a:lstStyle/>
          <a:p>
            <a:r>
              <a:rPr lang="nl-BE" dirty="0"/>
              <a:t>Python applications</a:t>
            </a:r>
          </a:p>
        </p:txBody>
      </p:sp>
      <p:sp>
        <p:nvSpPr>
          <p:cNvPr id="14" name="Tijdelijke aanduiding voor dianummer 13">
            <a:extLst>
              <a:ext uri="{FF2B5EF4-FFF2-40B4-BE49-F238E27FC236}">
                <a16:creationId xmlns:a16="http://schemas.microsoft.com/office/drawing/2014/main" id="{6239F8CC-731D-295D-A358-A4F6BCD6AF90}"/>
              </a:ext>
            </a:extLst>
          </p:cNvPr>
          <p:cNvSpPr>
            <a:spLocks noGrp="1"/>
          </p:cNvSpPr>
          <p:nvPr>
            <p:ph type="sldNum" sz="quarter" idx="12"/>
          </p:nvPr>
        </p:nvSpPr>
        <p:spPr/>
        <p:txBody>
          <a:bodyPr/>
          <a:lstStyle/>
          <a:p>
            <a:fld id="{411037B4-A89D-CC40-B413-6D23EBCB895F}" type="slidenum">
              <a:rPr lang="nl-NL" smtClean="0">
                <a:uFillTx/>
              </a:rPr>
              <a:t>9</a:t>
            </a:fld>
            <a:endParaRPr lang="nl-NL">
              <a:uFillTx/>
            </a:endParaRPr>
          </a:p>
        </p:txBody>
      </p:sp>
      <p:pic>
        <p:nvPicPr>
          <p:cNvPr id="1026" name="Picture 2" descr="Odoo Logo Vector Image Download | Logowik">
            <a:extLst>
              <a:ext uri="{FF2B5EF4-FFF2-40B4-BE49-F238E27FC236}">
                <a16:creationId xmlns:a16="http://schemas.microsoft.com/office/drawing/2014/main" id="{2442F85C-DD1B-AD2B-BA42-485D54DCC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213" y="1700421"/>
            <a:ext cx="2257425" cy="16942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ropbox Logo, symbol, meaning, history, PNG, brand">
            <a:extLst>
              <a:ext uri="{FF2B5EF4-FFF2-40B4-BE49-F238E27FC236}">
                <a16:creationId xmlns:a16="http://schemas.microsoft.com/office/drawing/2014/main" id="{2D31CF3C-9FC7-EBFF-1D6F-A840E398E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155" y="2124968"/>
            <a:ext cx="1972270" cy="11094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are the spotify plans - jacksonmeva">
            <a:extLst>
              <a:ext uri="{FF2B5EF4-FFF2-40B4-BE49-F238E27FC236}">
                <a16:creationId xmlns:a16="http://schemas.microsoft.com/office/drawing/2014/main" id="{47DBA564-71E6-69DC-5AB1-7FEEDEB2E2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094" y="3677448"/>
            <a:ext cx="1714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ddit Logo: valor, história, PNG">
            <a:extLst>
              <a:ext uri="{FF2B5EF4-FFF2-40B4-BE49-F238E27FC236}">
                <a16:creationId xmlns:a16="http://schemas.microsoft.com/office/drawing/2014/main" id="{9FC17B1B-0999-85F3-083D-2FDE05B673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8155" y="3677448"/>
            <a:ext cx="1714500" cy="96440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nstagram Logo, symbol, meaning, history, PNG, brand">
            <a:extLst>
              <a:ext uri="{FF2B5EF4-FFF2-40B4-BE49-F238E27FC236}">
                <a16:creationId xmlns:a16="http://schemas.microsoft.com/office/drawing/2014/main" id="{826A2509-3EE0-E82C-6891-C498E961CE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4105" y="3234371"/>
            <a:ext cx="3086100" cy="1735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712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AB8E105-FA59-4F25-B811-5D83410634DC}"/>
              </a:ext>
            </a:extLst>
          </p:cNvPr>
          <p:cNvSpPr>
            <a:spLocks noGrp="1"/>
          </p:cNvSpPr>
          <p:nvPr>
            <p:ph idx="1"/>
          </p:nvPr>
        </p:nvSpPr>
        <p:spPr>
          <a:xfrm>
            <a:off x="609600" y="1600204"/>
            <a:ext cx="6256713" cy="4525963"/>
          </a:xfrm>
        </p:spPr>
        <p:txBody>
          <a:bodyPr>
            <a:normAutofit/>
          </a:bodyPr>
          <a:lstStyle/>
          <a:p>
            <a:r>
              <a:rPr lang="nl-BE" sz="2400" dirty="0"/>
              <a:t>Sinds 2008: Python 3</a:t>
            </a:r>
          </a:p>
          <a:p>
            <a:r>
              <a:rPr lang="nl-BE" sz="2400" dirty="0"/>
              <a:t>Gelijkaardig aan Python 2</a:t>
            </a:r>
          </a:p>
          <a:p>
            <a:r>
              <a:rPr lang="nl-BE" sz="2400" dirty="0"/>
              <a:t>Toch een nieuwe taal</a:t>
            </a:r>
          </a:p>
          <a:p>
            <a:r>
              <a:rPr lang="nl-BE" sz="2400" dirty="0"/>
              <a:t>Python 3 is niet compatibel met Python 3</a:t>
            </a:r>
          </a:p>
          <a:p>
            <a:r>
              <a:rPr lang="nl-BE" sz="2400" dirty="0"/>
              <a:t>Wij: Python 3</a:t>
            </a:r>
          </a:p>
        </p:txBody>
      </p:sp>
      <p:sp>
        <p:nvSpPr>
          <p:cNvPr id="3" name="Titel 2">
            <a:extLst>
              <a:ext uri="{FF2B5EF4-FFF2-40B4-BE49-F238E27FC236}">
                <a16:creationId xmlns:a16="http://schemas.microsoft.com/office/drawing/2014/main" id="{105DACD6-CC73-43C6-BB7C-A55FF6B895DB}"/>
              </a:ext>
            </a:extLst>
          </p:cNvPr>
          <p:cNvSpPr>
            <a:spLocks noGrp="1"/>
          </p:cNvSpPr>
          <p:nvPr>
            <p:ph type="title"/>
          </p:nvPr>
        </p:nvSpPr>
        <p:spPr/>
        <p:txBody>
          <a:bodyPr/>
          <a:lstStyle/>
          <a:p>
            <a:r>
              <a:rPr lang="nl-BE" dirty="0"/>
              <a:t>Python 2 of 3?</a:t>
            </a:r>
          </a:p>
        </p:txBody>
      </p:sp>
      <p:sp>
        <p:nvSpPr>
          <p:cNvPr id="4" name="Tijdelijke aanduiding voor dianummer 3">
            <a:extLst>
              <a:ext uri="{FF2B5EF4-FFF2-40B4-BE49-F238E27FC236}">
                <a16:creationId xmlns:a16="http://schemas.microsoft.com/office/drawing/2014/main" id="{10EF9852-74BC-43C4-8491-9E07E066C1C4}"/>
              </a:ext>
            </a:extLst>
          </p:cNvPr>
          <p:cNvSpPr>
            <a:spLocks noGrp="1"/>
          </p:cNvSpPr>
          <p:nvPr>
            <p:ph type="sldNum" sz="quarter" idx="12"/>
          </p:nvPr>
        </p:nvSpPr>
        <p:spPr/>
        <p:txBody>
          <a:bodyPr/>
          <a:lstStyle/>
          <a:p>
            <a:fld id="{411037B4-A89D-CC40-B413-6D23EBCB895F}" type="slidenum">
              <a:rPr lang="nl-NL" smtClean="0">
                <a:uFillTx/>
              </a:rPr>
              <a:t>10</a:t>
            </a:fld>
            <a:endParaRPr lang="nl-NL">
              <a:uFillTx/>
            </a:endParaRPr>
          </a:p>
        </p:txBody>
      </p:sp>
      <p:pic>
        <p:nvPicPr>
          <p:cNvPr id="6" name="Afbeelding 5">
            <a:extLst>
              <a:ext uri="{FF2B5EF4-FFF2-40B4-BE49-F238E27FC236}">
                <a16:creationId xmlns:a16="http://schemas.microsoft.com/office/drawing/2014/main" id="{4CCE3DE8-D179-4236-98E8-63A5046396BC}"/>
              </a:ext>
            </a:extLst>
          </p:cNvPr>
          <p:cNvPicPr>
            <a:picLocks noChangeAspect="1"/>
          </p:cNvPicPr>
          <p:nvPr/>
        </p:nvPicPr>
        <p:blipFill>
          <a:blip r:embed="rId2"/>
          <a:stretch>
            <a:fillRect/>
          </a:stretch>
        </p:blipFill>
        <p:spPr>
          <a:xfrm>
            <a:off x="7180806" y="2088650"/>
            <a:ext cx="3105150" cy="2981325"/>
          </a:xfrm>
          <a:prstGeom prst="rect">
            <a:avLst/>
          </a:prstGeom>
        </p:spPr>
      </p:pic>
    </p:spTree>
    <p:extLst>
      <p:ext uri="{BB962C8B-B14F-4D97-AF65-F5344CB8AC3E}">
        <p14:creationId xmlns:p14="http://schemas.microsoft.com/office/powerpoint/2010/main" val="3736988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CCF5-4ED8-074E-AA0D-5A89E73021E3}"/>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1919F69-F097-B535-A7A2-62D0464D98BF}"/>
              </a:ext>
            </a:extLst>
          </p:cNvPr>
          <p:cNvSpPr>
            <a:spLocks noGrp="1"/>
          </p:cNvSpPr>
          <p:nvPr>
            <p:ph type="title"/>
          </p:nvPr>
        </p:nvSpPr>
        <p:spPr/>
        <p:txBody>
          <a:bodyPr/>
          <a:lstStyle/>
          <a:p>
            <a:r>
              <a:rPr lang="nl-BE" dirty="0"/>
              <a:t>Python is platformonafhankelijk</a:t>
            </a:r>
          </a:p>
        </p:txBody>
      </p:sp>
      <p:sp>
        <p:nvSpPr>
          <p:cNvPr id="4" name="Tijdelijke aanduiding voor dianummer 3">
            <a:extLst>
              <a:ext uri="{FF2B5EF4-FFF2-40B4-BE49-F238E27FC236}">
                <a16:creationId xmlns:a16="http://schemas.microsoft.com/office/drawing/2014/main" id="{ADB98B7F-B361-FC65-D086-353728394510}"/>
              </a:ext>
            </a:extLst>
          </p:cNvPr>
          <p:cNvSpPr>
            <a:spLocks noGrp="1"/>
          </p:cNvSpPr>
          <p:nvPr>
            <p:ph type="sldNum" sz="quarter" idx="12"/>
          </p:nvPr>
        </p:nvSpPr>
        <p:spPr/>
        <p:txBody>
          <a:bodyPr/>
          <a:lstStyle/>
          <a:p>
            <a:fld id="{411037B4-A89D-CC40-B413-6D23EBCB895F}" type="slidenum">
              <a:rPr lang="nl-NL" smtClean="0">
                <a:uFillTx/>
              </a:rPr>
              <a:t>11</a:t>
            </a:fld>
            <a:endParaRPr lang="nl-NL">
              <a:uFillTx/>
            </a:endParaRPr>
          </a:p>
        </p:txBody>
      </p:sp>
      <p:pic>
        <p:nvPicPr>
          <p:cNvPr id="2050" name="Picture 2" descr="New Windows Logo transparent PNG - StickPNG">
            <a:extLst>
              <a:ext uri="{FF2B5EF4-FFF2-40B4-BE49-F238E27FC236}">
                <a16:creationId xmlns:a16="http://schemas.microsoft.com/office/drawing/2014/main" id="{5DD999CC-26EF-849A-A1C2-D15AC3ED2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533" y="1743075"/>
            <a:ext cx="1685926" cy="168592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ogotipo del sistema operativo Linux. signos principales del sistema ...">
            <a:extLst>
              <a:ext uri="{FF2B5EF4-FFF2-40B4-BE49-F238E27FC236}">
                <a16:creationId xmlns:a16="http://schemas.microsoft.com/office/drawing/2014/main" id="{C36DA0B3-5F2A-7719-D1E4-C72F9A1EF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7209" y="2203868"/>
            <a:ext cx="1117591" cy="141086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c Logo, symbol, meaning, history, PNG, brand">
            <a:extLst>
              <a:ext uri="{FF2B5EF4-FFF2-40B4-BE49-F238E27FC236}">
                <a16:creationId xmlns:a16="http://schemas.microsoft.com/office/drawing/2014/main" id="{82163C75-91BC-1E4A-9263-CB49A65C1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1485" y="4203204"/>
            <a:ext cx="3729037" cy="209758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reeBSD logo, Vector Logo of FreeBSD brand free download (eps, ai, png ...">
            <a:extLst>
              <a:ext uri="{FF2B5EF4-FFF2-40B4-BE49-F238E27FC236}">
                <a16:creationId xmlns:a16="http://schemas.microsoft.com/office/drawing/2014/main" id="{0E3E5EC5-A465-0079-6D1E-84347476A4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9820" y="4426388"/>
            <a:ext cx="1900237" cy="190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010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0AC6D720-32DB-4C7A-B7F5-3E40D2DBD13C}"/>
              </a:ext>
            </a:extLst>
          </p:cNvPr>
          <p:cNvSpPr>
            <a:spLocks noGrp="1"/>
          </p:cNvSpPr>
          <p:nvPr>
            <p:ph idx="1"/>
          </p:nvPr>
        </p:nvSpPr>
        <p:spPr/>
        <p:txBody>
          <a:bodyPr/>
          <a:lstStyle/>
          <a:p>
            <a:pPr marL="0" indent="0">
              <a:buNone/>
            </a:pPr>
            <a:endParaRPr lang="nl-BE" dirty="0"/>
          </a:p>
          <a:p>
            <a:endParaRPr lang="nl-BE" dirty="0"/>
          </a:p>
        </p:txBody>
      </p:sp>
      <p:sp>
        <p:nvSpPr>
          <p:cNvPr id="3" name="Titel 2">
            <a:extLst>
              <a:ext uri="{FF2B5EF4-FFF2-40B4-BE49-F238E27FC236}">
                <a16:creationId xmlns:a16="http://schemas.microsoft.com/office/drawing/2014/main" id="{7AEEFFBC-BC24-402C-9A5C-FE5F8FCEF18A}"/>
              </a:ext>
            </a:extLst>
          </p:cNvPr>
          <p:cNvSpPr>
            <a:spLocks noGrp="1"/>
          </p:cNvSpPr>
          <p:nvPr>
            <p:ph type="title"/>
          </p:nvPr>
        </p:nvSpPr>
        <p:spPr/>
        <p:txBody>
          <a:bodyPr/>
          <a:lstStyle/>
          <a:p>
            <a:r>
              <a:rPr lang="nl-BE" dirty="0"/>
              <a:t>Python: leesbaar</a:t>
            </a:r>
          </a:p>
        </p:txBody>
      </p:sp>
      <p:sp>
        <p:nvSpPr>
          <p:cNvPr id="4" name="Tijdelijke aanduiding voor dianummer 3">
            <a:extLst>
              <a:ext uri="{FF2B5EF4-FFF2-40B4-BE49-F238E27FC236}">
                <a16:creationId xmlns:a16="http://schemas.microsoft.com/office/drawing/2014/main" id="{AFC9544E-9937-4A53-98F6-B4DC31B99C9E}"/>
              </a:ext>
            </a:extLst>
          </p:cNvPr>
          <p:cNvSpPr>
            <a:spLocks noGrp="1"/>
          </p:cNvSpPr>
          <p:nvPr>
            <p:ph type="sldNum" sz="quarter" idx="12"/>
          </p:nvPr>
        </p:nvSpPr>
        <p:spPr/>
        <p:txBody>
          <a:bodyPr/>
          <a:lstStyle/>
          <a:p>
            <a:fld id="{411037B4-A89D-CC40-B413-6D23EBCB895F}" type="slidenum">
              <a:rPr lang="nl-NL" smtClean="0">
                <a:uFillTx/>
              </a:rPr>
              <a:t>12</a:t>
            </a:fld>
            <a:endParaRPr lang="nl-NL">
              <a:uFillTx/>
            </a:endParaRPr>
          </a:p>
        </p:txBody>
      </p:sp>
      <p:pic>
        <p:nvPicPr>
          <p:cNvPr id="6" name="Afbeelding 5">
            <a:extLst>
              <a:ext uri="{FF2B5EF4-FFF2-40B4-BE49-F238E27FC236}">
                <a16:creationId xmlns:a16="http://schemas.microsoft.com/office/drawing/2014/main" id="{B32AD8A2-C79D-4CAA-8BCE-966C33311814}"/>
              </a:ext>
            </a:extLst>
          </p:cNvPr>
          <p:cNvPicPr>
            <a:picLocks noChangeAspect="1"/>
          </p:cNvPicPr>
          <p:nvPr/>
        </p:nvPicPr>
        <p:blipFill>
          <a:blip r:embed="rId3"/>
          <a:stretch>
            <a:fillRect/>
          </a:stretch>
        </p:blipFill>
        <p:spPr>
          <a:xfrm>
            <a:off x="2174848" y="3416382"/>
            <a:ext cx="5705377" cy="1841418"/>
          </a:xfrm>
          <a:prstGeom prst="rect">
            <a:avLst/>
          </a:prstGeom>
        </p:spPr>
      </p:pic>
      <p:pic>
        <p:nvPicPr>
          <p:cNvPr id="8" name="Afbeelding 7">
            <a:extLst>
              <a:ext uri="{FF2B5EF4-FFF2-40B4-BE49-F238E27FC236}">
                <a16:creationId xmlns:a16="http://schemas.microsoft.com/office/drawing/2014/main" id="{ECA0571D-2B44-4CF0-9D9F-4B4803C91564}"/>
              </a:ext>
            </a:extLst>
          </p:cNvPr>
          <p:cNvPicPr>
            <a:picLocks noChangeAspect="1"/>
          </p:cNvPicPr>
          <p:nvPr/>
        </p:nvPicPr>
        <p:blipFill>
          <a:blip r:embed="rId4"/>
          <a:stretch>
            <a:fillRect/>
          </a:stretch>
        </p:blipFill>
        <p:spPr>
          <a:xfrm>
            <a:off x="2240495" y="2008820"/>
            <a:ext cx="2787041" cy="554490"/>
          </a:xfrm>
          <a:prstGeom prst="rect">
            <a:avLst/>
          </a:prstGeom>
        </p:spPr>
      </p:pic>
      <p:pic>
        <p:nvPicPr>
          <p:cNvPr id="10" name="Picture 2">
            <a:extLst>
              <a:ext uri="{FF2B5EF4-FFF2-40B4-BE49-F238E27FC236}">
                <a16:creationId xmlns:a16="http://schemas.microsoft.com/office/drawing/2014/main" id="{A1FC4D0B-069C-4778-929E-CC0267C7E190}"/>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500508" y="1887382"/>
            <a:ext cx="2787041" cy="937819"/>
          </a:xfrm>
          <a:prstGeom prst="rect">
            <a:avLst/>
          </a:prstGeom>
          <a:noFill/>
          <a:extLst>
            <a:ext uri="{909E8E84-426E-40DD-AFC4-6F175D3DCCD1}">
              <a14:hiddenFill xmlns:a14="http://schemas.microsoft.com/office/drawing/2010/main">
                <a:solidFill>
                  <a:srgbClr val="FFFFFF"/>
                </a:solidFill>
              </a14:hiddenFill>
            </a:ext>
          </a:extLst>
        </p:spPr>
      </p:pic>
      <p:pic>
        <p:nvPicPr>
          <p:cNvPr id="12" name="Afbeelding 11">
            <a:extLst>
              <a:ext uri="{FF2B5EF4-FFF2-40B4-BE49-F238E27FC236}">
                <a16:creationId xmlns:a16="http://schemas.microsoft.com/office/drawing/2014/main" id="{BB2B5F43-917F-41C9-B745-A00A18F6900B}"/>
              </a:ext>
            </a:extLst>
          </p:cNvPr>
          <p:cNvPicPr>
            <a:picLocks noChangeAspect="1"/>
          </p:cNvPicPr>
          <p:nvPr/>
        </p:nvPicPr>
        <p:blipFill>
          <a:blip r:embed="rId6"/>
          <a:stretch>
            <a:fillRect/>
          </a:stretch>
        </p:blipFill>
        <p:spPr>
          <a:xfrm>
            <a:off x="8185776" y="3429000"/>
            <a:ext cx="1653827" cy="910534"/>
          </a:xfrm>
          <a:prstGeom prst="rect">
            <a:avLst/>
          </a:prstGeom>
        </p:spPr>
      </p:pic>
    </p:spTree>
    <p:extLst>
      <p:ext uri="{BB962C8B-B14F-4D97-AF65-F5344CB8AC3E}">
        <p14:creationId xmlns:p14="http://schemas.microsoft.com/office/powerpoint/2010/main" val="379006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65A0-2DFE-D139-6C05-CBC7980F84D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78B3241-2650-5CB4-5885-2AEFC3155C34}"/>
              </a:ext>
            </a:extLst>
          </p:cNvPr>
          <p:cNvSpPr>
            <a:spLocks noGrp="1"/>
          </p:cNvSpPr>
          <p:nvPr>
            <p:ph type="title"/>
          </p:nvPr>
        </p:nvSpPr>
        <p:spPr/>
        <p:txBody>
          <a:bodyPr/>
          <a:lstStyle/>
          <a:p>
            <a:r>
              <a:rPr lang="nl-BE" dirty="0"/>
              <a:t>Python: leesbaar</a:t>
            </a:r>
          </a:p>
        </p:txBody>
      </p:sp>
      <p:sp>
        <p:nvSpPr>
          <p:cNvPr id="4" name="Tijdelijke aanduiding voor dianummer 3">
            <a:extLst>
              <a:ext uri="{FF2B5EF4-FFF2-40B4-BE49-F238E27FC236}">
                <a16:creationId xmlns:a16="http://schemas.microsoft.com/office/drawing/2014/main" id="{16C35164-C545-300D-139D-25BB3A24DFAE}"/>
              </a:ext>
            </a:extLst>
          </p:cNvPr>
          <p:cNvSpPr>
            <a:spLocks noGrp="1"/>
          </p:cNvSpPr>
          <p:nvPr>
            <p:ph type="sldNum" sz="quarter" idx="12"/>
          </p:nvPr>
        </p:nvSpPr>
        <p:spPr/>
        <p:txBody>
          <a:bodyPr/>
          <a:lstStyle/>
          <a:p>
            <a:fld id="{411037B4-A89D-CC40-B413-6D23EBCB895F}" type="slidenum">
              <a:rPr lang="nl-NL" smtClean="0">
                <a:uFillTx/>
              </a:rPr>
              <a:t>13</a:t>
            </a:fld>
            <a:endParaRPr lang="nl-NL">
              <a:uFillTx/>
            </a:endParaRPr>
          </a:p>
        </p:txBody>
      </p:sp>
      <p:pic>
        <p:nvPicPr>
          <p:cNvPr id="15" name="Afbeelding 14">
            <a:extLst>
              <a:ext uri="{FF2B5EF4-FFF2-40B4-BE49-F238E27FC236}">
                <a16:creationId xmlns:a16="http://schemas.microsoft.com/office/drawing/2014/main" id="{16E5F38D-F48D-56E9-1037-9912C214C67D}"/>
              </a:ext>
            </a:extLst>
          </p:cNvPr>
          <p:cNvPicPr>
            <a:picLocks noChangeAspect="1"/>
          </p:cNvPicPr>
          <p:nvPr/>
        </p:nvPicPr>
        <p:blipFill>
          <a:blip r:embed="rId3"/>
          <a:stretch>
            <a:fillRect/>
          </a:stretch>
        </p:blipFill>
        <p:spPr>
          <a:xfrm>
            <a:off x="2381762" y="2190749"/>
            <a:ext cx="6144824" cy="3852864"/>
          </a:xfrm>
          <a:prstGeom prst="rect">
            <a:avLst/>
          </a:prstGeom>
        </p:spPr>
      </p:pic>
    </p:spTree>
    <p:extLst>
      <p:ext uri="{BB962C8B-B14F-4D97-AF65-F5344CB8AC3E}">
        <p14:creationId xmlns:p14="http://schemas.microsoft.com/office/powerpoint/2010/main" val="9883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9843FF9-3734-436D-B223-44FE46554223}"/>
              </a:ext>
            </a:extLst>
          </p:cNvPr>
          <p:cNvSpPr>
            <a:spLocks noGrp="1"/>
          </p:cNvSpPr>
          <p:nvPr>
            <p:ph type="title"/>
          </p:nvPr>
        </p:nvSpPr>
        <p:spPr/>
        <p:txBody>
          <a:bodyPr/>
          <a:lstStyle/>
          <a:p>
            <a:r>
              <a:rPr lang="nl-BE" dirty="0"/>
              <a:t>Python versus Java</a:t>
            </a:r>
          </a:p>
        </p:txBody>
      </p:sp>
      <p:sp>
        <p:nvSpPr>
          <p:cNvPr id="4" name="Tijdelijke aanduiding voor dianummer 3">
            <a:extLst>
              <a:ext uri="{FF2B5EF4-FFF2-40B4-BE49-F238E27FC236}">
                <a16:creationId xmlns:a16="http://schemas.microsoft.com/office/drawing/2014/main" id="{E4B5E74C-B17C-448F-B3CE-8B657D6D41CC}"/>
              </a:ext>
            </a:extLst>
          </p:cNvPr>
          <p:cNvSpPr>
            <a:spLocks noGrp="1"/>
          </p:cNvSpPr>
          <p:nvPr>
            <p:ph type="sldNum" sz="quarter" idx="12"/>
          </p:nvPr>
        </p:nvSpPr>
        <p:spPr/>
        <p:txBody>
          <a:bodyPr/>
          <a:lstStyle/>
          <a:p>
            <a:fld id="{411037B4-A89D-CC40-B413-6D23EBCB895F}" type="slidenum">
              <a:rPr lang="nl-NL" smtClean="0">
                <a:uFillTx/>
              </a:rPr>
              <a:t>14</a:t>
            </a:fld>
            <a:endParaRPr lang="nl-NL">
              <a:uFillTx/>
            </a:endParaRPr>
          </a:p>
        </p:txBody>
      </p:sp>
      <p:graphicFrame>
        <p:nvGraphicFramePr>
          <p:cNvPr id="13" name="Tabel 13">
            <a:extLst>
              <a:ext uri="{FF2B5EF4-FFF2-40B4-BE49-F238E27FC236}">
                <a16:creationId xmlns:a16="http://schemas.microsoft.com/office/drawing/2014/main" id="{1E0E3E1D-40A7-455A-9E96-BA5E847A61D2}"/>
              </a:ext>
            </a:extLst>
          </p:cNvPr>
          <p:cNvGraphicFramePr>
            <a:graphicFrameLocks noGrp="1"/>
          </p:cNvGraphicFramePr>
          <p:nvPr>
            <p:ph idx="1"/>
            <p:extLst>
              <p:ext uri="{D42A27DB-BD31-4B8C-83A1-F6EECF244321}">
                <p14:modId xmlns:p14="http://schemas.microsoft.com/office/powerpoint/2010/main" val="1284332001"/>
              </p:ext>
            </p:extLst>
          </p:nvPr>
        </p:nvGraphicFramePr>
        <p:xfrm>
          <a:off x="1969655" y="2659255"/>
          <a:ext cx="8229600" cy="26543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736050314"/>
                    </a:ext>
                  </a:extLst>
                </a:gridCol>
                <a:gridCol w="4114800">
                  <a:extLst>
                    <a:ext uri="{9D8B030D-6E8A-4147-A177-3AD203B41FA5}">
                      <a16:colId xmlns:a16="http://schemas.microsoft.com/office/drawing/2014/main" val="1296982449"/>
                    </a:ext>
                  </a:extLst>
                </a:gridCol>
              </a:tblGrid>
              <a:tr h="0">
                <a:tc>
                  <a:txBody>
                    <a:bodyPr/>
                    <a:lstStyle/>
                    <a:p>
                      <a:pPr algn="ctr"/>
                      <a:r>
                        <a:rPr lang="nl-BE" dirty="0"/>
                        <a:t>PYTHON</a:t>
                      </a:r>
                    </a:p>
                  </a:txBody>
                  <a:tcPr/>
                </a:tc>
                <a:tc>
                  <a:txBody>
                    <a:bodyPr/>
                    <a:lstStyle/>
                    <a:p>
                      <a:pPr algn="ctr"/>
                      <a:r>
                        <a:rPr lang="nl-BE" dirty="0"/>
                        <a:t>C#</a:t>
                      </a:r>
                    </a:p>
                  </a:txBody>
                  <a:tcPr/>
                </a:tc>
                <a:extLst>
                  <a:ext uri="{0D108BD9-81ED-4DB2-BD59-A6C34878D82A}">
                    <a16:rowId xmlns:a16="http://schemas.microsoft.com/office/drawing/2014/main" val="3620433276"/>
                  </a:ext>
                </a:extLst>
              </a:tr>
              <a:tr h="370840">
                <a:tc>
                  <a:txBody>
                    <a:bodyPr/>
                    <a:lstStyle/>
                    <a:p>
                      <a:r>
                        <a:rPr lang="nl-BE" dirty="0"/>
                        <a:t>Python Virtual Machine</a:t>
                      </a:r>
                    </a:p>
                  </a:txBody>
                  <a:tcPr/>
                </a:tc>
                <a:tc>
                  <a:txBody>
                    <a:bodyPr/>
                    <a:lstStyle/>
                    <a:p>
                      <a:r>
                        <a:rPr lang="nl-BE" dirty="0"/>
                        <a:t>.NET runtime</a:t>
                      </a:r>
                    </a:p>
                  </a:txBody>
                  <a:tcPr/>
                </a:tc>
                <a:extLst>
                  <a:ext uri="{0D108BD9-81ED-4DB2-BD59-A6C34878D82A}">
                    <a16:rowId xmlns:a16="http://schemas.microsoft.com/office/drawing/2014/main" val="4254240697"/>
                  </a:ext>
                </a:extLst>
              </a:tr>
              <a:tr h="370840">
                <a:tc>
                  <a:txBody>
                    <a:bodyPr/>
                    <a:lstStyle/>
                    <a:p>
                      <a:r>
                        <a:rPr lang="nl-BE" dirty="0"/>
                        <a:t>Object </a:t>
                      </a:r>
                      <a:r>
                        <a:rPr lang="nl-BE" dirty="0" err="1"/>
                        <a:t>oriented</a:t>
                      </a:r>
                      <a:r>
                        <a:rPr lang="nl-BE" dirty="0"/>
                        <a:t>/ functional</a:t>
                      </a:r>
                    </a:p>
                  </a:txBody>
                  <a:tcPr/>
                </a:tc>
                <a:tc>
                  <a:txBody>
                    <a:bodyPr/>
                    <a:lstStyle/>
                    <a:p>
                      <a:r>
                        <a:rPr lang="nl-BE" dirty="0"/>
                        <a:t>Object </a:t>
                      </a:r>
                      <a:r>
                        <a:rPr lang="nl-BE" dirty="0" err="1"/>
                        <a:t>oriented</a:t>
                      </a:r>
                      <a:endParaRPr lang="nl-BE" dirty="0"/>
                    </a:p>
                  </a:txBody>
                  <a:tcPr/>
                </a:tc>
                <a:extLst>
                  <a:ext uri="{0D108BD9-81ED-4DB2-BD59-A6C34878D82A}">
                    <a16:rowId xmlns:a16="http://schemas.microsoft.com/office/drawing/2014/main" val="899642605"/>
                  </a:ext>
                </a:extLst>
              </a:tr>
              <a:tr h="370840">
                <a:tc>
                  <a:txBody>
                    <a:bodyPr/>
                    <a:lstStyle/>
                    <a:p>
                      <a:r>
                        <a:rPr lang="nl-BE" b="1" dirty="0" err="1"/>
                        <a:t>Dynamically</a:t>
                      </a:r>
                      <a:r>
                        <a:rPr lang="nl-BE" dirty="0"/>
                        <a:t> </a:t>
                      </a:r>
                      <a:r>
                        <a:rPr lang="nl-BE" dirty="0" err="1"/>
                        <a:t>typed</a:t>
                      </a:r>
                      <a:endParaRPr lang="nl-B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nl-BE" b="1" dirty="0" err="1"/>
                        <a:t>Statically</a:t>
                      </a:r>
                      <a:r>
                        <a:rPr lang="nl-BE" dirty="0"/>
                        <a:t> </a:t>
                      </a:r>
                      <a:r>
                        <a:rPr lang="nl-BE" dirty="0" err="1"/>
                        <a:t>typed</a:t>
                      </a:r>
                      <a:endParaRPr lang="nl-BE" dirty="0"/>
                    </a:p>
                  </a:txBody>
                  <a:tcPr/>
                </a:tc>
                <a:extLst>
                  <a:ext uri="{0D108BD9-81ED-4DB2-BD59-A6C34878D82A}">
                    <a16:rowId xmlns:a16="http://schemas.microsoft.com/office/drawing/2014/main" val="1156884468"/>
                  </a:ext>
                </a:extLst>
              </a:tr>
              <a:tr h="370840">
                <a:tc>
                  <a:txBody>
                    <a:bodyPr/>
                    <a:lstStyle/>
                    <a:p>
                      <a:r>
                        <a:rPr lang="nl-BE" b="1" dirty="0"/>
                        <a:t>Eenvoudige</a:t>
                      </a:r>
                      <a:r>
                        <a:rPr lang="nl-BE" dirty="0"/>
                        <a:t> syntaxis</a:t>
                      </a:r>
                    </a:p>
                  </a:txBody>
                  <a:tcPr/>
                </a:tc>
                <a:tc>
                  <a:txBody>
                    <a:bodyPr/>
                    <a:lstStyle/>
                    <a:p>
                      <a:r>
                        <a:rPr lang="nl-BE" b="1" dirty="0"/>
                        <a:t>Complexe</a:t>
                      </a:r>
                      <a:r>
                        <a:rPr lang="nl-BE" dirty="0"/>
                        <a:t> syntaxis</a:t>
                      </a:r>
                    </a:p>
                  </a:txBody>
                  <a:tcPr/>
                </a:tc>
                <a:extLst>
                  <a:ext uri="{0D108BD9-81ED-4DB2-BD59-A6C34878D82A}">
                    <a16:rowId xmlns:a16="http://schemas.microsoft.com/office/drawing/2014/main" val="2843138800"/>
                  </a:ext>
                </a:extLst>
              </a:tr>
              <a:tr h="370840">
                <a:tc>
                  <a:txBody>
                    <a:bodyPr/>
                    <a:lstStyle/>
                    <a:p>
                      <a:r>
                        <a:rPr lang="nl-BE" dirty="0"/>
                        <a:t>Geïnterpreteerde taal</a:t>
                      </a:r>
                    </a:p>
                  </a:txBody>
                  <a:tcPr/>
                </a:tc>
                <a:tc>
                  <a:txBody>
                    <a:bodyPr/>
                    <a:lstStyle/>
                    <a:p>
                      <a:r>
                        <a:rPr lang="nl-BE" dirty="0"/>
                        <a:t>Gecompileerde taal</a:t>
                      </a:r>
                    </a:p>
                  </a:txBody>
                  <a:tcPr/>
                </a:tc>
                <a:extLst>
                  <a:ext uri="{0D108BD9-81ED-4DB2-BD59-A6C34878D82A}">
                    <a16:rowId xmlns:a16="http://schemas.microsoft.com/office/drawing/2014/main" val="2925890602"/>
                  </a:ext>
                </a:extLst>
              </a:tr>
              <a:tr h="370840">
                <a:tc>
                  <a:txBody>
                    <a:bodyPr/>
                    <a:lstStyle/>
                    <a:p>
                      <a:r>
                        <a:rPr lang="nl-BE" b="0" dirty="0"/>
                        <a:t>Populariteit</a:t>
                      </a:r>
                      <a:r>
                        <a:rPr lang="nl-BE" dirty="0"/>
                        <a:t>: Data Science, ML, AI, IoT, Web, scripting</a:t>
                      </a:r>
                    </a:p>
                  </a:txBody>
                  <a:tcPr/>
                </a:tc>
                <a:tc>
                  <a:txBody>
                    <a:bodyPr/>
                    <a:lstStyle/>
                    <a:p>
                      <a:r>
                        <a:rPr lang="nl-BE" dirty="0"/>
                        <a:t>Popularity: web, gaming met Unity, Windowstoepassingen</a:t>
                      </a:r>
                    </a:p>
                  </a:txBody>
                  <a:tcPr/>
                </a:tc>
                <a:extLst>
                  <a:ext uri="{0D108BD9-81ED-4DB2-BD59-A6C34878D82A}">
                    <a16:rowId xmlns:a16="http://schemas.microsoft.com/office/drawing/2014/main" val="914164680"/>
                  </a:ext>
                </a:extLst>
              </a:tr>
            </a:tbl>
          </a:graphicData>
        </a:graphic>
      </p:graphicFrame>
      <p:pic>
        <p:nvPicPr>
          <p:cNvPr id="15" name="Picture 2">
            <a:extLst>
              <a:ext uri="{FF2B5EF4-FFF2-40B4-BE49-F238E27FC236}">
                <a16:creationId xmlns:a16="http://schemas.microsoft.com/office/drawing/2014/main" id="{9ABE8B18-A582-4020-8609-C296E839D97B}"/>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969655" y="1946735"/>
            <a:ext cx="799725" cy="7125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0" descr="Serengeti Jade's Portfolio">
            <a:extLst>
              <a:ext uri="{FF2B5EF4-FFF2-40B4-BE49-F238E27FC236}">
                <a16:creationId xmlns:a16="http://schemas.microsoft.com/office/drawing/2014/main" id="{732B58D0-6684-643C-75E8-AD7387470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59529"/>
            <a:ext cx="799726" cy="799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076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9E337C1-B338-AE1E-66FE-C6480865FF77}"/>
              </a:ext>
            </a:extLst>
          </p:cNvPr>
          <p:cNvSpPr>
            <a:spLocks noGrp="1"/>
          </p:cNvSpPr>
          <p:nvPr>
            <p:ph type="title"/>
          </p:nvPr>
        </p:nvSpPr>
        <p:spPr/>
        <p:txBody>
          <a:bodyPr/>
          <a:lstStyle/>
          <a:p>
            <a:r>
              <a:rPr lang="nl-BE" dirty="0"/>
              <a:t>Is Python slow?</a:t>
            </a:r>
          </a:p>
        </p:txBody>
      </p:sp>
      <p:sp>
        <p:nvSpPr>
          <p:cNvPr id="4" name="Tijdelijke aanduiding voor dianummer 3">
            <a:extLst>
              <a:ext uri="{FF2B5EF4-FFF2-40B4-BE49-F238E27FC236}">
                <a16:creationId xmlns:a16="http://schemas.microsoft.com/office/drawing/2014/main" id="{E6BB4BFE-8A20-DC53-C37D-297290F70448}"/>
              </a:ext>
            </a:extLst>
          </p:cNvPr>
          <p:cNvSpPr>
            <a:spLocks noGrp="1"/>
          </p:cNvSpPr>
          <p:nvPr>
            <p:ph type="sldNum" sz="quarter" idx="12"/>
          </p:nvPr>
        </p:nvSpPr>
        <p:spPr/>
        <p:txBody>
          <a:bodyPr/>
          <a:lstStyle/>
          <a:p>
            <a:fld id="{411037B4-A89D-CC40-B413-6D23EBCB895F}" type="slidenum">
              <a:rPr lang="nl-NL" smtClean="0">
                <a:uFillTx/>
              </a:rPr>
              <a:t>15</a:t>
            </a:fld>
            <a:endParaRPr lang="nl-NL">
              <a:uFillTx/>
            </a:endParaRPr>
          </a:p>
        </p:txBody>
      </p:sp>
      <p:pic>
        <p:nvPicPr>
          <p:cNvPr id="1026" name="Picture 2" descr="Why Is Python So Popular if it's Slow">
            <a:extLst>
              <a:ext uri="{FF2B5EF4-FFF2-40B4-BE49-F238E27FC236}">
                <a16:creationId xmlns:a16="http://schemas.microsoft.com/office/drawing/2014/main" id="{FDD4F99D-A35B-FB0B-0B69-DD6893C9C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100" y="1739900"/>
            <a:ext cx="6019800" cy="337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3757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AB0608C6-7BD9-854A-C2C3-09FB5633035C}"/>
              </a:ext>
            </a:extLst>
          </p:cNvPr>
          <p:cNvSpPr>
            <a:spLocks noGrp="1"/>
          </p:cNvSpPr>
          <p:nvPr>
            <p:ph idx="1"/>
          </p:nvPr>
        </p:nvSpPr>
        <p:spPr/>
        <p:txBody>
          <a:bodyPr/>
          <a:lstStyle/>
          <a:p>
            <a:pPr marL="0" indent="0">
              <a:buNone/>
            </a:pPr>
            <a:r>
              <a:rPr lang="nl-BE" dirty="0"/>
              <a:t>Methode 1: (aanbevolen)</a:t>
            </a:r>
          </a:p>
          <a:p>
            <a:r>
              <a:rPr lang="nl-BE" dirty="0"/>
              <a:t>Ga naar de Microsoft store.</a:t>
            </a:r>
          </a:p>
          <a:p>
            <a:r>
              <a:rPr lang="nl-BE" dirty="0"/>
              <a:t>Installeer Python Install Manager.</a:t>
            </a:r>
          </a:p>
          <a:p>
            <a:r>
              <a:rPr lang="nl-BE" dirty="0"/>
              <a:t>De installatie gebeurt vanzelf.</a:t>
            </a:r>
          </a:p>
          <a:p>
            <a:pPr marL="0" indent="0">
              <a:buNone/>
            </a:pPr>
            <a:endParaRPr lang="nl-BE" dirty="0"/>
          </a:p>
          <a:p>
            <a:pPr marL="0" indent="0">
              <a:buNone/>
            </a:pPr>
            <a:r>
              <a:rPr lang="nl-BE" dirty="0"/>
              <a:t>Methode 2:</a:t>
            </a:r>
          </a:p>
          <a:p>
            <a:r>
              <a:rPr lang="nl-BE" dirty="0"/>
              <a:t>Ga naar </a:t>
            </a:r>
            <a:r>
              <a:rPr lang="nl-BE" dirty="0">
                <a:hlinkClick r:id="rId2"/>
              </a:rPr>
              <a:t>https://www.python.org/downloads</a:t>
            </a:r>
            <a:endParaRPr lang="nl-BE" dirty="0"/>
          </a:p>
          <a:p>
            <a:r>
              <a:rPr lang="nl-BE" dirty="0"/>
              <a:t>Download en installeer.</a:t>
            </a:r>
          </a:p>
          <a:p>
            <a:endParaRPr lang="nl-BE" dirty="0"/>
          </a:p>
          <a:p>
            <a:pPr marL="0" indent="0">
              <a:buNone/>
            </a:pPr>
            <a:r>
              <a:rPr lang="nl-BE" dirty="0"/>
              <a:t>Open terminal (command prompt of Powershell) en test: </a:t>
            </a:r>
            <a:r>
              <a:rPr lang="nl-BE" dirty="0">
                <a:latin typeface="Courier New" panose="02070309020205020404" pitchFamily="49" charset="0"/>
                <a:cs typeface="Courier New" panose="02070309020205020404" pitchFamily="49" charset="0"/>
              </a:rPr>
              <a:t>py --version</a:t>
            </a:r>
          </a:p>
          <a:p>
            <a:pPr marL="0" indent="0">
              <a:buNone/>
            </a:pPr>
            <a:endParaRPr lang="nl-BE" dirty="0"/>
          </a:p>
          <a:p>
            <a:pPr marL="0" indent="0">
              <a:buNone/>
            </a:pPr>
            <a:endParaRPr lang="nl-BE" dirty="0"/>
          </a:p>
          <a:p>
            <a:pPr marL="0" indent="0">
              <a:buNone/>
            </a:pPr>
            <a:endParaRPr lang="nl-BE" dirty="0"/>
          </a:p>
        </p:txBody>
      </p:sp>
      <p:sp>
        <p:nvSpPr>
          <p:cNvPr id="3" name="Titel 2">
            <a:extLst>
              <a:ext uri="{FF2B5EF4-FFF2-40B4-BE49-F238E27FC236}">
                <a16:creationId xmlns:a16="http://schemas.microsoft.com/office/drawing/2014/main" id="{1E867EDB-6ADA-0AF9-1192-D1803B1B587C}"/>
              </a:ext>
            </a:extLst>
          </p:cNvPr>
          <p:cNvSpPr>
            <a:spLocks noGrp="1"/>
          </p:cNvSpPr>
          <p:nvPr>
            <p:ph type="title"/>
          </p:nvPr>
        </p:nvSpPr>
        <p:spPr/>
        <p:txBody>
          <a:bodyPr/>
          <a:lstStyle/>
          <a:p>
            <a:r>
              <a:rPr lang="nl-BE" dirty="0"/>
              <a:t>Installatie Python</a:t>
            </a:r>
          </a:p>
        </p:txBody>
      </p:sp>
    </p:spTree>
    <p:extLst>
      <p:ext uri="{BB962C8B-B14F-4D97-AF65-F5344CB8AC3E}">
        <p14:creationId xmlns:p14="http://schemas.microsoft.com/office/powerpoint/2010/main" val="1627059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9508DBAF-147D-4F88-5FA8-69449A157179}"/>
              </a:ext>
            </a:extLst>
          </p:cNvPr>
          <p:cNvSpPr>
            <a:spLocks noGrp="1"/>
          </p:cNvSpPr>
          <p:nvPr>
            <p:ph idx="1"/>
          </p:nvPr>
        </p:nvSpPr>
        <p:spPr/>
        <p:txBody>
          <a:bodyPr/>
          <a:lstStyle/>
          <a:p>
            <a:r>
              <a:rPr lang="nl-BE" dirty="0"/>
              <a:t>Officiële site: </a:t>
            </a:r>
            <a:r>
              <a:rPr lang="nl-BE" dirty="0">
                <a:hlinkClick r:id="rId2"/>
              </a:rPr>
              <a:t>https://docs.python.org/3/tutorial/index.html</a:t>
            </a:r>
            <a:endParaRPr lang="nl-BE" dirty="0"/>
          </a:p>
          <a:p>
            <a:r>
              <a:rPr lang="nl-BE" dirty="0">
                <a:hlinkClick r:id="rId3"/>
              </a:rPr>
              <a:t>https://python.arnevandenbussche.be</a:t>
            </a:r>
            <a:endParaRPr lang="nl-BE" dirty="0"/>
          </a:p>
          <a:p>
            <a:r>
              <a:rPr lang="nl-BE" dirty="0"/>
              <a:t>Heel wat filmpjes op YouTube.</a:t>
            </a:r>
          </a:p>
        </p:txBody>
      </p:sp>
      <p:sp>
        <p:nvSpPr>
          <p:cNvPr id="3" name="Titel 2">
            <a:extLst>
              <a:ext uri="{FF2B5EF4-FFF2-40B4-BE49-F238E27FC236}">
                <a16:creationId xmlns:a16="http://schemas.microsoft.com/office/drawing/2014/main" id="{812BB0F8-F139-C590-661A-521746847F29}"/>
              </a:ext>
            </a:extLst>
          </p:cNvPr>
          <p:cNvSpPr>
            <a:spLocks noGrp="1"/>
          </p:cNvSpPr>
          <p:nvPr>
            <p:ph type="title"/>
          </p:nvPr>
        </p:nvSpPr>
        <p:spPr/>
        <p:txBody>
          <a:bodyPr/>
          <a:lstStyle/>
          <a:p>
            <a:r>
              <a:rPr lang="nl-BE" dirty="0"/>
              <a:t>Documentatie voor beginners</a:t>
            </a:r>
          </a:p>
        </p:txBody>
      </p:sp>
    </p:spTree>
    <p:extLst>
      <p:ext uri="{BB962C8B-B14F-4D97-AF65-F5344CB8AC3E}">
        <p14:creationId xmlns:p14="http://schemas.microsoft.com/office/powerpoint/2010/main" val="2022081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12E48B76-B1C0-CFB7-D4A1-644BA2C45645}"/>
              </a:ext>
            </a:extLst>
          </p:cNvPr>
          <p:cNvSpPr>
            <a:spLocks noGrp="1"/>
          </p:cNvSpPr>
          <p:nvPr>
            <p:ph idx="1"/>
          </p:nvPr>
        </p:nvSpPr>
        <p:spPr/>
        <p:txBody>
          <a:bodyPr/>
          <a:lstStyle/>
          <a:p>
            <a:r>
              <a:rPr lang="nl-BE" dirty="0"/>
              <a:t>Interactief.</a:t>
            </a:r>
          </a:p>
          <a:p>
            <a:r>
              <a:rPr lang="nl-BE" dirty="0"/>
              <a:t>Maak een script met een tekst editor (bijv. kladblok) en run het script in de terminal.</a:t>
            </a:r>
          </a:p>
          <a:p>
            <a:r>
              <a:rPr lang="nl-BE" dirty="0"/>
              <a:t>Met een IDE zoals Visual Studio Code.</a:t>
            </a:r>
          </a:p>
          <a:p>
            <a:r>
              <a:rPr lang="nl-BE" dirty="0"/>
              <a:t>In een Jupyter notebook</a:t>
            </a:r>
          </a:p>
        </p:txBody>
      </p:sp>
      <p:sp>
        <p:nvSpPr>
          <p:cNvPr id="3" name="Titel 2">
            <a:extLst>
              <a:ext uri="{FF2B5EF4-FFF2-40B4-BE49-F238E27FC236}">
                <a16:creationId xmlns:a16="http://schemas.microsoft.com/office/drawing/2014/main" id="{29E7A50E-B399-0375-3CB8-D1162EA896C4}"/>
              </a:ext>
            </a:extLst>
          </p:cNvPr>
          <p:cNvSpPr>
            <a:spLocks noGrp="1"/>
          </p:cNvSpPr>
          <p:nvPr>
            <p:ph type="title"/>
          </p:nvPr>
        </p:nvSpPr>
        <p:spPr/>
        <p:txBody>
          <a:bodyPr/>
          <a:lstStyle/>
          <a:p>
            <a:r>
              <a:rPr lang="nl-BE" dirty="0"/>
              <a:t>Manieren om Python uit te voeren</a:t>
            </a:r>
          </a:p>
        </p:txBody>
      </p:sp>
      <p:sp>
        <p:nvSpPr>
          <p:cNvPr id="4" name="Tijdelijke aanduiding voor dianummer 3">
            <a:extLst>
              <a:ext uri="{FF2B5EF4-FFF2-40B4-BE49-F238E27FC236}">
                <a16:creationId xmlns:a16="http://schemas.microsoft.com/office/drawing/2014/main" id="{D1083185-96F1-852E-4FC0-BC3AAC2E43EE}"/>
              </a:ext>
            </a:extLst>
          </p:cNvPr>
          <p:cNvSpPr>
            <a:spLocks noGrp="1"/>
          </p:cNvSpPr>
          <p:nvPr>
            <p:ph type="sldNum" sz="quarter" idx="12"/>
          </p:nvPr>
        </p:nvSpPr>
        <p:spPr/>
        <p:txBody>
          <a:bodyPr/>
          <a:lstStyle/>
          <a:p>
            <a:fld id="{411037B4-A89D-CC40-B413-6D23EBCB895F}" type="slidenum">
              <a:rPr lang="nl-NL" smtClean="0">
                <a:uFillTx/>
              </a:rPr>
              <a:t>18</a:t>
            </a:fld>
            <a:endParaRPr lang="nl-NL">
              <a:uFillTx/>
            </a:endParaRPr>
          </a:p>
        </p:txBody>
      </p:sp>
    </p:spTree>
    <p:extLst>
      <p:ext uri="{BB962C8B-B14F-4D97-AF65-F5344CB8AC3E}">
        <p14:creationId xmlns:p14="http://schemas.microsoft.com/office/powerpoint/2010/main" val="2377163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2891AF8A-68C8-9D66-2F2A-A05A87BEC6E2}"/>
              </a:ext>
            </a:extLst>
          </p:cNvPr>
          <p:cNvSpPr>
            <a:spLocks noGrp="1"/>
          </p:cNvSpPr>
          <p:nvPr>
            <p:ph idx="1"/>
          </p:nvPr>
        </p:nvSpPr>
        <p:spPr/>
        <p:txBody>
          <a:bodyPr/>
          <a:lstStyle/>
          <a:p>
            <a:r>
              <a:rPr lang="nl-BE" dirty="0"/>
              <a:t>VS Code is niet hetzelfde als Visual Studio.</a:t>
            </a:r>
          </a:p>
          <a:p>
            <a:r>
              <a:rPr lang="nl-BE" dirty="0"/>
              <a:t>Is van Microsoft, maar open source en voor allerlei toepassingen.</a:t>
            </a:r>
          </a:p>
          <a:p>
            <a:pPr marL="0" indent="0">
              <a:buNone/>
            </a:pPr>
            <a:endParaRPr lang="nl-BE" dirty="0"/>
          </a:p>
          <a:p>
            <a:pPr marL="0" indent="0">
              <a:buNone/>
            </a:pPr>
            <a:r>
              <a:rPr lang="nl-BE" dirty="0"/>
              <a:t>Methode 1: via de Microsoft Store (zoek op Visual Studio Code)</a:t>
            </a:r>
          </a:p>
          <a:p>
            <a:pPr marL="0" indent="0">
              <a:buNone/>
            </a:pPr>
            <a:endParaRPr lang="nl-BE" dirty="0"/>
          </a:p>
          <a:p>
            <a:pPr marL="0" indent="0">
              <a:buNone/>
            </a:pPr>
            <a:r>
              <a:rPr lang="nl-BE" dirty="0"/>
              <a:t>Methode 2: ga naar de site </a:t>
            </a:r>
            <a:r>
              <a:rPr lang="nl-BE" dirty="0">
                <a:hlinkClick r:id="rId2"/>
              </a:rPr>
              <a:t>https://code.visualstudio.com</a:t>
            </a:r>
            <a:r>
              <a:rPr lang="nl-BE" dirty="0"/>
              <a:t> en installeer via die weg.</a:t>
            </a:r>
          </a:p>
          <a:p>
            <a:pPr marL="0" indent="0">
              <a:buNone/>
            </a:pPr>
            <a:endParaRPr lang="nl-BE" dirty="0"/>
          </a:p>
          <a:p>
            <a:pPr marL="0" indent="0">
              <a:buNone/>
            </a:pPr>
            <a:r>
              <a:rPr lang="nl-BE" b="1" dirty="0"/>
              <a:t>Volgende stap: </a:t>
            </a:r>
            <a:r>
              <a:rPr lang="nl-BE" dirty="0"/>
              <a:t>installeer de Python-extensie.</a:t>
            </a:r>
          </a:p>
          <a:p>
            <a:pPr marL="0" indent="0">
              <a:buNone/>
            </a:pPr>
            <a:endParaRPr lang="nl-BE" b="1" dirty="0"/>
          </a:p>
          <a:p>
            <a:pPr marL="0" indent="0">
              <a:buNone/>
            </a:pPr>
            <a:r>
              <a:rPr lang="nl-BE" b="1" dirty="0"/>
              <a:t>Tip: </a:t>
            </a:r>
            <a:r>
              <a:rPr lang="nl-BE" dirty="0"/>
              <a:t>je kan heel wat commando’ oproepen met ctrl-shift-p.</a:t>
            </a:r>
            <a:endParaRPr lang="nl-BE" b="1" dirty="0"/>
          </a:p>
        </p:txBody>
      </p:sp>
      <p:sp>
        <p:nvSpPr>
          <p:cNvPr id="3" name="Titel 2">
            <a:extLst>
              <a:ext uri="{FF2B5EF4-FFF2-40B4-BE49-F238E27FC236}">
                <a16:creationId xmlns:a16="http://schemas.microsoft.com/office/drawing/2014/main" id="{4808F8BF-3979-F953-AC6E-FFD8C4B2ED0D}"/>
              </a:ext>
            </a:extLst>
          </p:cNvPr>
          <p:cNvSpPr>
            <a:spLocks noGrp="1"/>
          </p:cNvSpPr>
          <p:nvPr>
            <p:ph type="title"/>
          </p:nvPr>
        </p:nvSpPr>
        <p:spPr/>
        <p:txBody>
          <a:bodyPr/>
          <a:lstStyle/>
          <a:p>
            <a:r>
              <a:rPr lang="nl-BE" dirty="0"/>
              <a:t>Installatie Visual Studio Code</a:t>
            </a:r>
          </a:p>
        </p:txBody>
      </p:sp>
    </p:spTree>
    <p:extLst>
      <p:ext uri="{BB962C8B-B14F-4D97-AF65-F5344CB8AC3E}">
        <p14:creationId xmlns:p14="http://schemas.microsoft.com/office/powerpoint/2010/main" val="1484349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FC06C8AC-0A66-D1B9-491D-284F242EB026}"/>
              </a:ext>
            </a:extLst>
          </p:cNvPr>
          <p:cNvSpPr>
            <a:spLocks noGrp="1"/>
          </p:cNvSpPr>
          <p:nvPr>
            <p:ph idx="1"/>
          </p:nvPr>
        </p:nvSpPr>
        <p:spPr/>
        <p:txBody>
          <a:bodyPr/>
          <a:lstStyle/>
          <a:p>
            <a:r>
              <a:rPr lang="nl-BE" dirty="0"/>
              <a:t>Maak een lege map waarin je zal werken.</a:t>
            </a:r>
          </a:p>
          <a:p>
            <a:r>
              <a:rPr lang="nl-BE" dirty="0"/>
              <a:t>Open VS Code.</a:t>
            </a:r>
          </a:p>
          <a:p>
            <a:r>
              <a:rPr lang="nl-BE" dirty="0"/>
              <a:t>Open die map in VS Code.</a:t>
            </a:r>
          </a:p>
          <a:p>
            <a:r>
              <a:rPr lang="nl-BE" dirty="0"/>
              <a:t>Open een terminal: ctrt-shift-p. &gt; Create terminal &gt; powershell.</a:t>
            </a:r>
          </a:p>
          <a:p>
            <a:r>
              <a:rPr lang="nl-BE" dirty="0"/>
              <a:t>Maak een bestand met de naam </a:t>
            </a:r>
            <a:r>
              <a:rPr lang="nl-BE" dirty="0">
                <a:latin typeface="Courier New" panose="02070309020205020404" pitchFamily="49" charset="0"/>
                <a:cs typeface="Courier New" panose="02070309020205020404" pitchFamily="49" charset="0"/>
              </a:rPr>
              <a:t>test.py </a:t>
            </a:r>
            <a:r>
              <a:rPr lang="nl-BE" dirty="0"/>
              <a:t>en schrijft de volgende code print(”Hello world!”).</a:t>
            </a:r>
          </a:p>
          <a:p>
            <a:r>
              <a:rPr lang="nl-BE" dirty="0"/>
              <a:t>Voer uit:</a:t>
            </a:r>
          </a:p>
          <a:p>
            <a:pPr lvl="1"/>
            <a:r>
              <a:rPr lang="nl-BE" dirty="0"/>
              <a:t>Methode 1: ga in de terminal en typ </a:t>
            </a:r>
            <a:r>
              <a:rPr lang="nl-BE" dirty="0">
                <a:latin typeface="Courier New" panose="02070309020205020404" pitchFamily="49" charset="0"/>
                <a:cs typeface="Courier New" panose="02070309020205020404" pitchFamily="49" charset="0"/>
              </a:rPr>
              <a:t>py test.py</a:t>
            </a:r>
            <a:r>
              <a:rPr lang="nl-BE" dirty="0"/>
              <a:t>.</a:t>
            </a:r>
          </a:p>
          <a:p>
            <a:pPr lvl="1"/>
            <a:r>
              <a:rPr lang="nl-BE" dirty="0"/>
              <a:t>Methode 2: klik op de knop “Run Python File”.</a:t>
            </a:r>
          </a:p>
        </p:txBody>
      </p:sp>
      <p:sp>
        <p:nvSpPr>
          <p:cNvPr id="3" name="Titel 2">
            <a:extLst>
              <a:ext uri="{FF2B5EF4-FFF2-40B4-BE49-F238E27FC236}">
                <a16:creationId xmlns:a16="http://schemas.microsoft.com/office/drawing/2014/main" id="{9995CEE0-AC27-68B7-AEA9-9CF0B2AFE361}"/>
              </a:ext>
            </a:extLst>
          </p:cNvPr>
          <p:cNvSpPr>
            <a:spLocks noGrp="1"/>
          </p:cNvSpPr>
          <p:nvPr>
            <p:ph type="title"/>
          </p:nvPr>
        </p:nvSpPr>
        <p:spPr/>
        <p:txBody>
          <a:bodyPr/>
          <a:lstStyle/>
          <a:p>
            <a:r>
              <a:rPr lang="nl-BE" dirty="0"/>
              <a:t>We gaan van start</a:t>
            </a:r>
          </a:p>
        </p:txBody>
      </p:sp>
    </p:spTree>
    <p:extLst>
      <p:ext uri="{BB962C8B-B14F-4D97-AF65-F5344CB8AC3E}">
        <p14:creationId xmlns:p14="http://schemas.microsoft.com/office/powerpoint/2010/main" val="3890587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844CB00D-DAFE-8FA0-A7D5-2AFE70953FDA}"/>
              </a:ext>
            </a:extLst>
          </p:cNvPr>
          <p:cNvSpPr>
            <a:spLocks noGrp="1"/>
          </p:cNvSpPr>
          <p:nvPr>
            <p:ph idx="1"/>
          </p:nvPr>
        </p:nvSpPr>
        <p:spPr/>
        <p:txBody>
          <a:bodyPr/>
          <a:lstStyle/>
          <a:p>
            <a:r>
              <a:rPr lang="nl-BE"/>
              <a:t>https://github.com/arne-vandenbussche/workshop-intro-python</a:t>
            </a:r>
          </a:p>
        </p:txBody>
      </p:sp>
      <p:sp>
        <p:nvSpPr>
          <p:cNvPr id="3" name="Titel 2">
            <a:extLst>
              <a:ext uri="{FF2B5EF4-FFF2-40B4-BE49-F238E27FC236}">
                <a16:creationId xmlns:a16="http://schemas.microsoft.com/office/drawing/2014/main" id="{9F39CF01-BFA8-300C-63EB-C033EBBA0155}"/>
              </a:ext>
            </a:extLst>
          </p:cNvPr>
          <p:cNvSpPr>
            <a:spLocks noGrp="1"/>
          </p:cNvSpPr>
          <p:nvPr>
            <p:ph type="title"/>
          </p:nvPr>
        </p:nvSpPr>
        <p:spPr/>
        <p:txBody>
          <a:bodyPr/>
          <a:lstStyle/>
          <a:p>
            <a:r>
              <a:rPr lang="nl-BE" dirty="0"/>
              <a:t>Waar vind je de documentatie en voorbeelden</a:t>
            </a:r>
          </a:p>
        </p:txBody>
      </p:sp>
    </p:spTree>
    <p:extLst>
      <p:ext uri="{BB962C8B-B14F-4D97-AF65-F5344CB8AC3E}">
        <p14:creationId xmlns:p14="http://schemas.microsoft.com/office/powerpoint/2010/main" val="2141306536"/>
      </p:ext>
    </p:extLst>
  </p:cSld>
  <p:clrMapOvr>
    <a:masterClrMapping/>
  </p:clrMapOvr>
</p:sld>
</file>

<file path=ppt/theme/theme1.xml><?xml version="1.0" encoding="utf-8"?>
<a:theme xmlns:a="http://schemas.openxmlformats.org/drawingml/2006/main" name="VIV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0">
          <a:solidFill>
            <a:srgbClr val="FF0000"/>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34925">
          <a:solidFill>
            <a:srgbClr val="FF0000"/>
          </a:solidFill>
          <a:tailEnd type="triangle"/>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2400" b="0" dirty="0" smtClean="0">
            <a:latin typeface="+mn-lt"/>
          </a:defRPr>
        </a:defPPr>
      </a:lstStyle>
    </a:txDef>
  </a:objectDefaults>
  <a:extraClrSchemeLst/>
  <a:extLst>
    <a:ext uri="{05A4C25C-085E-4340-85A3-A5531E510DB2}">
      <thm15:themeFamily xmlns:thm15="http://schemas.microsoft.com/office/thememl/2012/main" name="template-nieuw-aangepast.pptx" id="{DBB7CCD5-5F3C-415D-AB33-2C9113FAE3CB}" vid="{79D014FF-09A1-4F2C-A5A0-6065B21009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E1DB80BD0B2B4F8E897B91B7220E03" ma:contentTypeVersion="11" ma:contentTypeDescription="Een nieuw document maken." ma:contentTypeScope="" ma:versionID="3b4ceb50a227700ad4d61ded6422de33">
  <xsd:schema xmlns:xsd="http://www.w3.org/2001/XMLSchema" xmlns:xs="http://www.w3.org/2001/XMLSchema" xmlns:p="http://schemas.microsoft.com/office/2006/metadata/properties" xmlns:ns2="e722eddb-ff1e-4724-bf5b-1e1970b4f16b" xmlns:ns3="6144cf42-65ad-4d5d-a6cd-0e80e90fc0bd" targetNamespace="http://schemas.microsoft.com/office/2006/metadata/properties" ma:root="true" ma:fieldsID="f0ccfa8bcae1a20c901f6cda1bbba253" ns2:_="" ns3:_="">
    <xsd:import namespace="e722eddb-ff1e-4724-bf5b-1e1970b4f16b"/>
    <xsd:import namespace="6144cf42-65ad-4d5d-a6cd-0e80e90fc0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22eddb-ff1e-4724-bf5b-1e1970b4f1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0460a840-b235-4d39-b436-fe20d012a4a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144cf42-65ad-4d5d-a6cd-0e80e90fc0b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16f7e38-32b4-419b-8a21-d6b15c485b69}" ma:internalName="TaxCatchAll" ma:showField="CatchAllData" ma:web="6144cf42-65ad-4d5d-a6cd-0e80e90fc0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722eddb-ff1e-4724-bf5b-1e1970b4f16b">
      <Terms xmlns="http://schemas.microsoft.com/office/infopath/2007/PartnerControls"/>
    </lcf76f155ced4ddcb4097134ff3c332f>
    <TaxCatchAll xmlns="6144cf42-65ad-4d5d-a6cd-0e80e90fc0bd" xsi:nil="true"/>
  </documentManagement>
</p:properties>
</file>

<file path=customXml/itemProps1.xml><?xml version="1.0" encoding="utf-8"?>
<ds:datastoreItem xmlns:ds="http://schemas.openxmlformats.org/officeDocument/2006/customXml" ds:itemID="{BA70F71E-8D5D-4430-981D-3DA873536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22eddb-ff1e-4724-bf5b-1e1970b4f16b"/>
    <ds:schemaRef ds:uri="6144cf42-65ad-4d5d-a6cd-0e80e90fc0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5D024F-0859-48F3-8677-4B2D35F71F2C}">
  <ds:schemaRefs>
    <ds:schemaRef ds:uri="http://schemas.microsoft.com/sharepoint/v3/contenttype/forms"/>
  </ds:schemaRefs>
</ds:datastoreItem>
</file>

<file path=customXml/itemProps3.xml><?xml version="1.0" encoding="utf-8"?>
<ds:datastoreItem xmlns:ds="http://schemas.openxmlformats.org/officeDocument/2006/customXml" ds:itemID="{BE253871-F215-42CC-961E-27E248B70AD2}">
  <ds:schemaRefs>
    <ds:schemaRef ds:uri="http://schemas.microsoft.com/office/2006/metadata/properties"/>
    <ds:schemaRef ds:uri="6144cf42-65ad-4d5d-a6cd-0e80e90fc0bd"/>
    <ds:schemaRef ds:uri="http://purl.org/dc/elements/1.1/"/>
    <ds:schemaRef ds:uri="http://purl.org/dc/terms/"/>
    <ds:schemaRef ds:uri="e722eddb-ff1e-4724-bf5b-1e1970b4f16b"/>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VIVES</Template>
  <TotalTime>99</TotalTime>
  <Words>549</Words>
  <Application>Microsoft Macintosh PowerPoint</Application>
  <PresentationFormat>Breedbeeld</PresentationFormat>
  <Paragraphs>110</Paragraphs>
  <Slides>21</Slides>
  <Notes>3</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21</vt:i4>
      </vt:variant>
    </vt:vector>
  </HeadingPairs>
  <TitlesOfParts>
    <vt:vector size="25" baseType="lpstr">
      <vt:lpstr>Arial</vt:lpstr>
      <vt:lpstr>Calibri</vt:lpstr>
      <vt:lpstr>Courier New</vt:lpstr>
      <vt:lpstr>VIVES</vt:lpstr>
      <vt:lpstr>Introductie Python</vt:lpstr>
      <vt:lpstr>PowerPoint-presentatie</vt:lpstr>
      <vt:lpstr>PowerPoint-presentatie</vt:lpstr>
      <vt:lpstr>Wat zijn de meest populaire programmeertalen in 2025?</vt:lpstr>
      <vt:lpstr>Meest populaire programmertalen in 2025</vt:lpstr>
      <vt:lpstr>Wie ontwierp Python?</vt:lpstr>
      <vt:lpstr>Python</vt:lpstr>
      <vt:lpstr>Waarvoor wordt Python gebruikt?</vt:lpstr>
      <vt:lpstr>Python applications</vt:lpstr>
      <vt:lpstr>Python 2 of 3?</vt:lpstr>
      <vt:lpstr>Python is platformonafhankelijk</vt:lpstr>
      <vt:lpstr>Python: leesbaar</vt:lpstr>
      <vt:lpstr>Python: leesbaar</vt:lpstr>
      <vt:lpstr>Python versus Java</vt:lpstr>
      <vt:lpstr>Is Python slow?</vt:lpstr>
      <vt:lpstr>Installatie Python</vt:lpstr>
      <vt:lpstr>Documentatie voor beginners</vt:lpstr>
      <vt:lpstr>Manieren om Python uit te voeren</vt:lpstr>
      <vt:lpstr>Installatie Visual Studio Code</vt:lpstr>
      <vt:lpstr>We gaan van start</vt:lpstr>
      <vt:lpstr>Waar vind je de documentatie en voorbeelden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Arne Vandenbussche</dc:creator>
  <cp:lastModifiedBy>Arne Vandenbussche</cp:lastModifiedBy>
  <cp:revision>3</cp:revision>
  <dcterms:created xsi:type="dcterms:W3CDTF">2025-09-22T14:07:24Z</dcterms:created>
  <dcterms:modified xsi:type="dcterms:W3CDTF">2025-11-15T14:50:15Z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0x010100CEE1DB80BD0B2B4F8E897B91B7220E03</vt:lpwstr>
  </property>
  <property fmtid="{D5CDD505-2E9C-101B-9397-08002B2CF9AE}" pid="3" name="MediaServiceImageTags">
    <vt:lpwstr/>
  </property>
</Properties>
</file>